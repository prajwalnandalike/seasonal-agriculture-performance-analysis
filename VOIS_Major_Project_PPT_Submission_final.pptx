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 uri="GoogleSlidesCustomDataVersion2">
      <go:slidesCustomData xmlns:go="http://customooxmlschemas.google.com/" r:id="rId21" roundtripDataSignature="AMtx7mhJ/mA/grcKI1oJcx3JCAIx4Lap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68" orient="horz"/>
        <p:guide pos="408"/>
        <p:guide pos="3912" orient="horz"/>
        <p:guide pos="7272"/>
        <p:guide pos="1656"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fb2fe43ffa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g3fb2fe43ffa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29" name="Shape 29"/>
        <p:cNvGrpSpPr/>
        <p:nvPr/>
      </p:nvGrpSpPr>
      <p:grpSpPr>
        <a:xfrm>
          <a:off x="0" y="0"/>
          <a:ext cx="0" cy="0"/>
          <a:chOff x="0" y="0"/>
          <a:chExt cx="0" cy="0"/>
        </a:xfrm>
      </p:grpSpPr>
      <p:sp>
        <p:nvSpPr>
          <p:cNvPr id="30" name="Google Shape;30;p16"/>
          <p:cNvSpPr txBox="1"/>
          <p:nvPr>
            <p:ph idx="1" type="body"/>
          </p:nvPr>
        </p:nvSpPr>
        <p:spPr>
          <a:xfrm>
            <a:off x="6312871" y="4141999"/>
            <a:ext cx="4220845" cy="861497"/>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228600" lvl="1" marL="914400" algn="l">
              <a:spcBef>
                <a:spcPts val="1000"/>
              </a:spcBef>
              <a:spcAft>
                <a:spcPts val="0"/>
              </a:spcAft>
              <a:buSzPts val="1600"/>
              <a:buNone/>
              <a:defRPr sz="2000"/>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1" name="Google Shape;31;p16"/>
          <p:cNvSpPr/>
          <p:nvPr/>
        </p:nvSpPr>
        <p:spPr>
          <a:xfrm>
            <a:off x="740309" y="1382809"/>
            <a:ext cx="1229566" cy="1059971"/>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2" name="Google Shape;32;p16"/>
          <p:cNvSpPr/>
          <p:nvPr/>
        </p:nvSpPr>
        <p:spPr>
          <a:xfrm>
            <a:off x="3755031" y="1194620"/>
            <a:ext cx="1666162" cy="1436347"/>
          </a:xfrm>
          <a:prstGeom prst="hexagon">
            <a:avLst>
              <a:gd fmla="val 25000" name="adj"/>
              <a:gd fmla="val 115470" name="vf"/>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3" name="Google Shape;33;p16"/>
          <p:cNvSpPr/>
          <p:nvPr/>
        </p:nvSpPr>
        <p:spPr>
          <a:xfrm>
            <a:off x="3804994" y="5233183"/>
            <a:ext cx="718261" cy="619191"/>
          </a:xfrm>
          <a:prstGeom prst="hexagon">
            <a:avLst>
              <a:gd fmla="val 25000" name="adj"/>
              <a:gd fmla="val 115470" name="vf"/>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4" name="Google Shape;34;p16"/>
          <p:cNvSpPr/>
          <p:nvPr/>
        </p:nvSpPr>
        <p:spPr>
          <a:xfrm>
            <a:off x="1837838" y="1101306"/>
            <a:ext cx="651613" cy="561736"/>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5" name="Google Shape;35;p16"/>
          <p:cNvSpPr/>
          <p:nvPr>
            <p:ph idx="2" type="pic"/>
          </p:nvPr>
        </p:nvSpPr>
        <p:spPr>
          <a:xfrm>
            <a:off x="1571515" y="1914044"/>
            <a:ext cx="3993624" cy="3617848"/>
          </a:xfrm>
          <a:prstGeom prst="rect">
            <a:avLst/>
          </a:prstGeom>
          <a:noFill/>
          <a:ln>
            <a:noFill/>
          </a:ln>
        </p:spPr>
      </p:sp>
      <p:sp>
        <p:nvSpPr>
          <p:cNvPr id="36" name="Google Shape;36;p16"/>
          <p:cNvSpPr txBox="1"/>
          <p:nvPr>
            <p:ph type="title"/>
          </p:nvPr>
        </p:nvSpPr>
        <p:spPr>
          <a:xfrm>
            <a:off x="6312871" y="2050552"/>
            <a:ext cx="4998720" cy="1748983"/>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7" name="Shape 37"/>
        <p:cNvGrpSpPr/>
        <p:nvPr/>
      </p:nvGrpSpPr>
      <p:grpSpPr>
        <a:xfrm>
          <a:off x="0" y="0"/>
          <a:ext cx="0" cy="0"/>
          <a:chOff x="0" y="0"/>
          <a:chExt cx="0" cy="0"/>
        </a:xfrm>
      </p:grpSpPr>
      <p:sp>
        <p:nvSpPr>
          <p:cNvPr id="38" name="Google Shape;38;p17"/>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spcBef>
                <a:spcPts val="1000"/>
              </a:spcBef>
              <a:spcAft>
                <a:spcPts val="0"/>
              </a:spcAft>
              <a:buClr>
                <a:schemeClr val="accent4"/>
              </a:buClr>
              <a:buSzPts val="1600"/>
              <a:buFont typeface="Noto Sans Symbols"/>
              <a:buChar char="▪"/>
              <a:defRPr sz="2000"/>
            </a:lvl1pPr>
            <a:lvl2pPr indent="-320040" lvl="1" marL="914400" algn="l">
              <a:spcBef>
                <a:spcPts val="1000"/>
              </a:spcBef>
              <a:spcAft>
                <a:spcPts val="0"/>
              </a:spcAft>
              <a:buClr>
                <a:schemeClr val="accent4"/>
              </a:buClr>
              <a:buSzPts val="1440"/>
              <a:buFont typeface="Noto Sans Symbols"/>
              <a:buChar char="▪"/>
              <a:defRPr sz="1800"/>
            </a:lvl2pPr>
            <a:lvl3pPr indent="-309880" lvl="2" marL="1371600" algn="l">
              <a:spcBef>
                <a:spcPts val="1000"/>
              </a:spcBef>
              <a:spcAft>
                <a:spcPts val="0"/>
              </a:spcAft>
              <a:buClr>
                <a:schemeClr val="accent4"/>
              </a:buClr>
              <a:buSzPts val="1280"/>
              <a:buFont typeface="Noto Sans Symbols"/>
              <a:buChar char="▪"/>
              <a:defRPr sz="1600"/>
            </a:lvl3pPr>
            <a:lvl4pPr indent="-309880" lvl="3" marL="1828800" algn="l">
              <a:spcBef>
                <a:spcPts val="1000"/>
              </a:spcBef>
              <a:spcAft>
                <a:spcPts val="0"/>
              </a:spcAft>
              <a:buClr>
                <a:schemeClr val="accent4"/>
              </a:buClr>
              <a:buSzPts val="1280"/>
              <a:buFont typeface="Noto Sans Symbols"/>
              <a:buChar char="▪"/>
              <a:defRPr sz="1600"/>
            </a:lvl4pPr>
            <a:lvl5pPr indent="-309880" lvl="4" marL="2286000" algn="l">
              <a:spcBef>
                <a:spcPts val="1000"/>
              </a:spcBef>
              <a:spcAft>
                <a:spcPts val="0"/>
              </a:spcAft>
              <a:buClr>
                <a:schemeClr val="accent4"/>
              </a:buClr>
              <a:buSzPts val="1280"/>
              <a:buFont typeface="Noto Sans Symbols"/>
              <a:buChar char="▪"/>
              <a:defRPr sz="16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9" name="Google Shape;39;p17"/>
          <p:cNvSpPr/>
          <p:nvPr/>
        </p:nvSpPr>
        <p:spPr>
          <a:xfrm>
            <a:off x="9354457" y="5363987"/>
            <a:ext cx="457200" cy="4572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0" name="Google Shape;40;p17"/>
          <p:cNvSpPr/>
          <p:nvPr/>
        </p:nvSpPr>
        <p:spPr>
          <a:xfrm>
            <a:off x="6692791" y="1699889"/>
            <a:ext cx="319749" cy="31974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1" name="Google Shape;41;p17"/>
          <p:cNvSpPr/>
          <p:nvPr/>
        </p:nvSpPr>
        <p:spPr>
          <a:xfrm>
            <a:off x="9354457" y="5897738"/>
            <a:ext cx="179977" cy="17997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2" name="Google Shape;42;p17"/>
          <p:cNvSpPr/>
          <p:nvPr>
            <p:ph idx="2" type="pic"/>
          </p:nvPr>
        </p:nvSpPr>
        <p:spPr>
          <a:xfrm>
            <a:off x="7090227" y="786181"/>
            <a:ext cx="4441372" cy="5393036"/>
          </a:xfrm>
          <a:prstGeom prst="rect">
            <a:avLst/>
          </a:prstGeom>
          <a:noFill/>
          <a:ln>
            <a:noFill/>
          </a:ln>
        </p:spPr>
      </p:sp>
      <p:sp>
        <p:nvSpPr>
          <p:cNvPr id="43" name="Google Shape;43;p17"/>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44" name="Shape 44"/>
        <p:cNvGrpSpPr/>
        <p:nvPr/>
      </p:nvGrpSpPr>
      <p:grpSpPr>
        <a:xfrm>
          <a:off x="0" y="0"/>
          <a:ext cx="0" cy="0"/>
          <a:chOff x="0" y="0"/>
          <a:chExt cx="0" cy="0"/>
        </a:xfrm>
      </p:grpSpPr>
      <p:sp>
        <p:nvSpPr>
          <p:cNvPr id="45" name="Google Shape;45;p18"/>
          <p:cNvSpPr/>
          <p:nvPr/>
        </p:nvSpPr>
        <p:spPr>
          <a:xfrm>
            <a:off x="7362825" y="443263"/>
            <a:ext cx="361950" cy="361950"/>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6" name="Google Shape;46;p18"/>
          <p:cNvSpPr/>
          <p:nvPr/>
        </p:nvSpPr>
        <p:spPr>
          <a:xfrm>
            <a:off x="11007246" y="5605994"/>
            <a:ext cx="654227" cy="6542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7" name="Google Shape;47;p18"/>
          <p:cNvSpPr/>
          <p:nvPr/>
        </p:nvSpPr>
        <p:spPr>
          <a:xfrm>
            <a:off x="10683791" y="6132439"/>
            <a:ext cx="251152" cy="251152"/>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8" name="Google Shape;48;p18"/>
          <p:cNvSpPr/>
          <p:nvPr>
            <p:ph idx="2" type="pic"/>
          </p:nvPr>
        </p:nvSpPr>
        <p:spPr>
          <a:xfrm>
            <a:off x="5733416" y="624239"/>
            <a:ext cx="5855754" cy="5631571"/>
          </a:xfrm>
          <a:prstGeom prst="rect">
            <a:avLst/>
          </a:prstGeom>
          <a:noFill/>
          <a:ln>
            <a:noFill/>
          </a:ln>
        </p:spPr>
      </p:sp>
      <p:sp>
        <p:nvSpPr>
          <p:cNvPr id="49" name="Google Shape;49;p18"/>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lnSpc>
                <a:spcPct val="150000"/>
              </a:lnSpc>
              <a:spcBef>
                <a:spcPts val="1000"/>
              </a:spcBef>
              <a:spcAft>
                <a:spcPts val="0"/>
              </a:spcAft>
              <a:buClr>
                <a:schemeClr val="accent4"/>
              </a:buClr>
              <a:buSzPts val="1600"/>
              <a:buFont typeface="Noto Sans Symbols"/>
              <a:buChar char="▪"/>
              <a:defRPr sz="2000"/>
            </a:lvl1pPr>
            <a:lvl2pPr indent="-330200" lvl="1" marL="914400" algn="l">
              <a:spcBef>
                <a:spcPts val="1000"/>
              </a:spcBef>
              <a:spcAft>
                <a:spcPts val="0"/>
              </a:spcAft>
              <a:buClr>
                <a:schemeClr val="accent4"/>
              </a:buClr>
              <a:buSzPts val="1600"/>
              <a:buFont typeface="Noto Sans Symbols"/>
              <a:buChar char="▪"/>
              <a:defRPr sz="2000"/>
            </a:lvl2pPr>
            <a:lvl3pPr indent="-320040" lvl="2" marL="1371600" algn="l">
              <a:spcBef>
                <a:spcPts val="1000"/>
              </a:spcBef>
              <a:spcAft>
                <a:spcPts val="0"/>
              </a:spcAft>
              <a:buClr>
                <a:schemeClr val="accent4"/>
              </a:buClr>
              <a:buSzPts val="1440"/>
              <a:buFont typeface="Noto Sans Symbols"/>
              <a:buChar char="▪"/>
              <a:defRPr sz="1800"/>
            </a:lvl3pPr>
            <a:lvl4pPr indent="-320040" lvl="3" marL="1828800" algn="l">
              <a:spcBef>
                <a:spcPts val="1000"/>
              </a:spcBef>
              <a:spcAft>
                <a:spcPts val="0"/>
              </a:spcAft>
              <a:buClr>
                <a:schemeClr val="accent4"/>
              </a:buClr>
              <a:buSzPts val="1440"/>
              <a:buFont typeface="Noto Sans Symbols"/>
              <a:buChar char="▪"/>
              <a:defRPr sz="1800"/>
            </a:lvl4pPr>
            <a:lvl5pPr indent="-320040" lvl="4" marL="2286000" algn="l">
              <a:spcBef>
                <a:spcPts val="1000"/>
              </a:spcBef>
              <a:spcAft>
                <a:spcPts val="0"/>
              </a:spcAft>
              <a:buClr>
                <a:schemeClr val="accent4"/>
              </a:buClr>
              <a:buSzPts val="1440"/>
              <a:buFont typeface="Noto Sans Symbols"/>
              <a:buChar char="▪"/>
              <a:defRPr sz="18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0" name="Google Shape;50;p18"/>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51" name="Shape 51"/>
        <p:cNvGrpSpPr/>
        <p:nvPr/>
      </p:nvGrpSpPr>
      <p:grpSpPr>
        <a:xfrm>
          <a:off x="0" y="0"/>
          <a:ext cx="0" cy="0"/>
          <a:chOff x="0" y="0"/>
          <a:chExt cx="0" cy="0"/>
        </a:xfrm>
      </p:grpSpPr>
      <p:sp>
        <p:nvSpPr>
          <p:cNvPr id="52" name="Google Shape;52;p19"/>
          <p:cNvSpPr/>
          <p:nvPr>
            <p:ph idx="2" type="pic"/>
          </p:nvPr>
        </p:nvSpPr>
        <p:spPr>
          <a:xfrm>
            <a:off x="5353508" y="2555551"/>
            <a:ext cx="1484985" cy="1280160"/>
          </a:xfrm>
          <a:prstGeom prst="rect">
            <a:avLst/>
          </a:prstGeom>
          <a:noFill/>
          <a:ln>
            <a:noFill/>
          </a:ln>
        </p:spPr>
      </p:sp>
      <p:sp>
        <p:nvSpPr>
          <p:cNvPr id="53" name="Google Shape;53;p19"/>
          <p:cNvSpPr/>
          <p:nvPr>
            <p:ph idx="3" type="pic"/>
          </p:nvPr>
        </p:nvSpPr>
        <p:spPr>
          <a:xfrm>
            <a:off x="3115921" y="2555551"/>
            <a:ext cx="1484985" cy="1280160"/>
          </a:xfrm>
          <a:prstGeom prst="rect">
            <a:avLst/>
          </a:prstGeom>
          <a:noFill/>
          <a:ln>
            <a:noFill/>
          </a:ln>
        </p:spPr>
      </p:sp>
      <p:sp>
        <p:nvSpPr>
          <p:cNvPr id="54" name="Google Shape;54;p19"/>
          <p:cNvSpPr/>
          <p:nvPr>
            <p:ph idx="4" type="pic"/>
          </p:nvPr>
        </p:nvSpPr>
        <p:spPr>
          <a:xfrm>
            <a:off x="7602465" y="2555551"/>
            <a:ext cx="1484985" cy="1280160"/>
          </a:xfrm>
          <a:prstGeom prst="rect">
            <a:avLst/>
          </a:prstGeom>
          <a:noFill/>
          <a:ln>
            <a:noFill/>
          </a:ln>
        </p:spPr>
      </p:sp>
      <p:sp>
        <p:nvSpPr>
          <p:cNvPr id="55" name="Google Shape;55;p19"/>
          <p:cNvSpPr/>
          <p:nvPr>
            <p:ph idx="5" type="pic"/>
          </p:nvPr>
        </p:nvSpPr>
        <p:spPr>
          <a:xfrm>
            <a:off x="9840051" y="2555551"/>
            <a:ext cx="1484985" cy="1280160"/>
          </a:xfrm>
          <a:prstGeom prst="rect">
            <a:avLst/>
          </a:prstGeom>
          <a:noFill/>
          <a:ln>
            <a:noFill/>
          </a:ln>
        </p:spPr>
      </p:sp>
      <p:sp>
        <p:nvSpPr>
          <p:cNvPr id="56" name="Google Shape;56;p19"/>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p:nvPr/>
        </p:nvSpPr>
        <p:spPr>
          <a:xfrm>
            <a:off x="546669" y="3467555"/>
            <a:ext cx="458268" cy="395059"/>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8" name="Google Shape;58;p19"/>
          <p:cNvSpPr/>
          <p:nvPr/>
        </p:nvSpPr>
        <p:spPr>
          <a:xfrm>
            <a:off x="11113337" y="2394722"/>
            <a:ext cx="358391" cy="308958"/>
          </a:xfrm>
          <a:prstGeom prst="hexagon">
            <a:avLst>
              <a:gd fmla="val 25000" name="adj"/>
              <a:gd fmla="val 115470" name="vf"/>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9" name="Google Shape;59;p19"/>
          <p:cNvSpPr/>
          <p:nvPr/>
        </p:nvSpPr>
        <p:spPr>
          <a:xfrm>
            <a:off x="10882649" y="2202202"/>
            <a:ext cx="230688" cy="198869"/>
          </a:xfrm>
          <a:prstGeom prst="hexagon">
            <a:avLst>
              <a:gd fmla="val 25000" name="adj"/>
              <a:gd fmla="val 115470" name="vf"/>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60" name="Google Shape;60;p19"/>
          <p:cNvSpPr txBox="1"/>
          <p:nvPr>
            <p:ph idx="1" type="body"/>
          </p:nvPr>
        </p:nvSpPr>
        <p:spPr>
          <a:xfrm>
            <a:off x="546668"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1" name="Google Shape;61;p19"/>
          <p:cNvSpPr txBox="1"/>
          <p:nvPr>
            <p:ph idx="6" type="body"/>
          </p:nvPr>
        </p:nvSpPr>
        <p:spPr>
          <a:xfrm>
            <a:off x="556692"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2" name="Google Shape;62;p19"/>
          <p:cNvSpPr txBox="1"/>
          <p:nvPr>
            <p:ph idx="7" type="body"/>
          </p:nvPr>
        </p:nvSpPr>
        <p:spPr>
          <a:xfrm>
            <a:off x="2789482"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3" name="Google Shape;63;p19"/>
          <p:cNvSpPr txBox="1"/>
          <p:nvPr>
            <p:ph idx="8" type="body"/>
          </p:nvPr>
        </p:nvSpPr>
        <p:spPr>
          <a:xfrm>
            <a:off x="278948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19"/>
          <p:cNvSpPr txBox="1"/>
          <p:nvPr>
            <p:ph idx="9" type="body"/>
          </p:nvPr>
        </p:nvSpPr>
        <p:spPr>
          <a:xfrm>
            <a:off x="5032296"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5" name="Google Shape;65;p19"/>
          <p:cNvSpPr txBox="1"/>
          <p:nvPr>
            <p:ph idx="13" type="body"/>
          </p:nvPr>
        </p:nvSpPr>
        <p:spPr>
          <a:xfrm>
            <a:off x="502920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19"/>
          <p:cNvSpPr txBox="1"/>
          <p:nvPr>
            <p:ph idx="14" type="body"/>
          </p:nvPr>
        </p:nvSpPr>
        <p:spPr>
          <a:xfrm>
            <a:off x="7275110"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7" name="Google Shape;67;p19"/>
          <p:cNvSpPr txBox="1"/>
          <p:nvPr>
            <p:ph idx="15" type="body"/>
          </p:nvPr>
        </p:nvSpPr>
        <p:spPr>
          <a:xfrm>
            <a:off x="727511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19"/>
          <p:cNvSpPr txBox="1"/>
          <p:nvPr>
            <p:ph idx="16" type="body"/>
          </p:nvPr>
        </p:nvSpPr>
        <p:spPr>
          <a:xfrm>
            <a:off x="9517923"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9" name="Google Shape;69;p19"/>
          <p:cNvSpPr txBox="1"/>
          <p:nvPr>
            <p:ph idx="17" type="body"/>
          </p:nvPr>
        </p:nvSpPr>
        <p:spPr>
          <a:xfrm>
            <a:off x="951792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0" name="Google Shape;70;p19"/>
          <p:cNvSpPr/>
          <p:nvPr>
            <p:ph idx="18" type="pic"/>
          </p:nvPr>
        </p:nvSpPr>
        <p:spPr>
          <a:xfrm>
            <a:off x="878337" y="2555551"/>
            <a:ext cx="1484985" cy="1280160"/>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71" name="Shape 71"/>
        <p:cNvGrpSpPr/>
        <p:nvPr/>
      </p:nvGrpSpPr>
      <p:grpSpPr>
        <a:xfrm>
          <a:off x="0" y="0"/>
          <a:ext cx="0" cy="0"/>
          <a:chOff x="0" y="0"/>
          <a:chExt cx="0" cy="0"/>
        </a:xfrm>
      </p:grpSpPr>
      <p:grpSp>
        <p:nvGrpSpPr>
          <p:cNvPr id="72" name="Google Shape;72;p20"/>
          <p:cNvGrpSpPr/>
          <p:nvPr/>
        </p:nvGrpSpPr>
        <p:grpSpPr>
          <a:xfrm>
            <a:off x="0" y="-8467"/>
            <a:ext cx="12192000" cy="6866467"/>
            <a:chOff x="0" y="-8467"/>
            <a:chExt cx="12192000" cy="6866467"/>
          </a:xfrm>
        </p:grpSpPr>
        <p:sp>
          <p:nvSpPr>
            <p:cNvPr id="73" name="Google Shape;73;p20"/>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74" name="Google Shape;74;p20"/>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75" name="Google Shape;75;p20"/>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76" name="Google Shape;76;p20"/>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77" name="Google Shape;77;p20"/>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78" name="Google Shape;78;p20"/>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0"/>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80" name="Google Shape;80;p20"/>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81" name="Google Shape;81;p20"/>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82" name="Google Shape;82;p20"/>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20"/>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0"/>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85" name="Google Shape;85;p2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8" name="Shape 88"/>
        <p:cNvGrpSpPr/>
        <p:nvPr/>
      </p:nvGrpSpPr>
      <p:grpSpPr>
        <a:xfrm>
          <a:off x="0" y="0"/>
          <a:ext cx="0" cy="0"/>
          <a:chOff x="0" y="0"/>
          <a:chExt cx="0" cy="0"/>
        </a:xfrm>
      </p:grpSpPr>
      <p:sp>
        <p:nvSpPr>
          <p:cNvPr id="89" name="Google Shape;89;p2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1" name="Google Shape;91;p2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22"/>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2"/>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2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0" name="Shape 100"/>
        <p:cNvGrpSpPr/>
        <p:nvPr/>
      </p:nvGrpSpPr>
      <p:grpSpPr>
        <a:xfrm>
          <a:off x="0" y="0"/>
          <a:ext cx="0" cy="0"/>
          <a:chOff x="0" y="0"/>
          <a:chExt cx="0" cy="0"/>
        </a:xfrm>
      </p:grpSpPr>
      <p:sp>
        <p:nvSpPr>
          <p:cNvPr id="101" name="Google Shape;101;p2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3"/>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23"/>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4" name="Google Shape;104;p2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7" name="Shape 107"/>
        <p:cNvGrpSpPr/>
        <p:nvPr/>
      </p:nvGrpSpPr>
      <p:grpSpPr>
        <a:xfrm>
          <a:off x="0" y="0"/>
          <a:ext cx="0" cy="0"/>
          <a:chOff x="0" y="0"/>
          <a:chExt cx="0" cy="0"/>
        </a:xfrm>
      </p:grpSpPr>
      <p:sp>
        <p:nvSpPr>
          <p:cNvPr id="108" name="Google Shape;108;p2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4"/>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0" name="Google Shape;110;p24"/>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1" name="Google Shape;111;p24"/>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2" name="Google Shape;112;p24"/>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3" name="Google Shape;113;p2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2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6" name="Shape 116"/>
        <p:cNvGrpSpPr/>
        <p:nvPr/>
      </p:nvGrpSpPr>
      <p:grpSpPr>
        <a:xfrm>
          <a:off x="0" y="0"/>
          <a:ext cx="0" cy="0"/>
          <a:chOff x="0" y="0"/>
          <a:chExt cx="0" cy="0"/>
        </a:xfrm>
      </p:grpSpPr>
      <p:sp>
        <p:nvSpPr>
          <p:cNvPr id="117" name="Google Shape;117;p2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2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p2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5" name="Shape 125"/>
        <p:cNvGrpSpPr/>
        <p:nvPr/>
      </p:nvGrpSpPr>
      <p:grpSpPr>
        <a:xfrm>
          <a:off x="0" y="0"/>
          <a:ext cx="0" cy="0"/>
          <a:chOff x="0" y="0"/>
          <a:chExt cx="0" cy="0"/>
        </a:xfrm>
      </p:grpSpPr>
      <p:sp>
        <p:nvSpPr>
          <p:cNvPr id="126" name="Google Shape;126;p27"/>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7"/>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8" name="Google Shape;128;p27"/>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129" name="Google Shape;129;p2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28"/>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8"/>
          <p:cNvSpPr/>
          <p:nvPr>
            <p:ph idx="2" type="pic"/>
          </p:nvPr>
        </p:nvSpPr>
        <p:spPr>
          <a:xfrm>
            <a:off x="677334" y="609600"/>
            <a:ext cx="8596668" cy="3845718"/>
          </a:xfrm>
          <a:prstGeom prst="rect">
            <a:avLst/>
          </a:prstGeom>
          <a:noFill/>
          <a:ln>
            <a:noFill/>
          </a:ln>
        </p:spPr>
      </p:sp>
      <p:sp>
        <p:nvSpPr>
          <p:cNvPr id="135" name="Google Shape;135;p28"/>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36" name="Google Shape;136;p2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2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39" name="Shape 139"/>
        <p:cNvGrpSpPr/>
        <p:nvPr/>
      </p:nvGrpSpPr>
      <p:grpSpPr>
        <a:xfrm>
          <a:off x="0" y="0"/>
          <a:ext cx="0" cy="0"/>
          <a:chOff x="0" y="0"/>
          <a:chExt cx="0" cy="0"/>
        </a:xfrm>
      </p:grpSpPr>
      <p:sp>
        <p:nvSpPr>
          <p:cNvPr id="140" name="Google Shape;140;p29"/>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9"/>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2" name="Google Shape;142;p2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2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45" name="Shape 145"/>
        <p:cNvGrpSpPr/>
        <p:nvPr/>
      </p:nvGrpSpPr>
      <p:grpSpPr>
        <a:xfrm>
          <a:off x="0" y="0"/>
          <a:ext cx="0" cy="0"/>
          <a:chOff x="0" y="0"/>
          <a:chExt cx="0" cy="0"/>
        </a:xfrm>
      </p:grpSpPr>
      <p:sp>
        <p:nvSpPr>
          <p:cNvPr id="146" name="Google Shape;146;p30"/>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30"/>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8" name="Google Shape;148;p30"/>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9" name="Google Shape;149;p3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3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2" name="Google Shape;152;p30"/>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53" name="Google Shape;153;p30"/>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54" name="Shape 154"/>
        <p:cNvGrpSpPr/>
        <p:nvPr/>
      </p:nvGrpSpPr>
      <p:grpSpPr>
        <a:xfrm>
          <a:off x="0" y="0"/>
          <a:ext cx="0" cy="0"/>
          <a:chOff x="0" y="0"/>
          <a:chExt cx="0" cy="0"/>
        </a:xfrm>
      </p:grpSpPr>
      <p:sp>
        <p:nvSpPr>
          <p:cNvPr id="155" name="Google Shape;155;p31"/>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1"/>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57" name="Google Shape;157;p3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3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3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60" name="Shape 160"/>
        <p:cNvGrpSpPr/>
        <p:nvPr/>
      </p:nvGrpSpPr>
      <p:grpSpPr>
        <a:xfrm>
          <a:off x="0" y="0"/>
          <a:ext cx="0" cy="0"/>
          <a:chOff x="0" y="0"/>
          <a:chExt cx="0" cy="0"/>
        </a:xfrm>
      </p:grpSpPr>
      <p:sp>
        <p:nvSpPr>
          <p:cNvPr id="161" name="Google Shape;161;p32"/>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32"/>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63" name="Google Shape;163;p32"/>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64" name="Google Shape;164;p3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3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3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p32"/>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68" name="Google Shape;168;p32"/>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69" name="Shape 169"/>
        <p:cNvGrpSpPr/>
        <p:nvPr/>
      </p:nvGrpSpPr>
      <p:grpSpPr>
        <a:xfrm>
          <a:off x="0" y="0"/>
          <a:ext cx="0" cy="0"/>
          <a:chOff x="0" y="0"/>
          <a:chExt cx="0" cy="0"/>
        </a:xfrm>
      </p:grpSpPr>
      <p:sp>
        <p:nvSpPr>
          <p:cNvPr id="170" name="Google Shape;170;p33"/>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33"/>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2" name="Google Shape;172;p33"/>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73" name="Google Shape;173;p3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3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3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6" name="Shape 176"/>
        <p:cNvGrpSpPr/>
        <p:nvPr/>
      </p:nvGrpSpPr>
      <p:grpSpPr>
        <a:xfrm>
          <a:off x="0" y="0"/>
          <a:ext cx="0" cy="0"/>
          <a:chOff x="0" y="0"/>
          <a:chExt cx="0" cy="0"/>
        </a:xfrm>
      </p:grpSpPr>
      <p:sp>
        <p:nvSpPr>
          <p:cNvPr id="177" name="Google Shape;177;p3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34"/>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9" name="Google Shape;179;p3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3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3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2" name="Shape 182"/>
        <p:cNvGrpSpPr/>
        <p:nvPr/>
      </p:nvGrpSpPr>
      <p:grpSpPr>
        <a:xfrm>
          <a:off x="0" y="0"/>
          <a:ext cx="0" cy="0"/>
          <a:chOff x="0" y="0"/>
          <a:chExt cx="0" cy="0"/>
        </a:xfrm>
      </p:grpSpPr>
      <p:sp>
        <p:nvSpPr>
          <p:cNvPr id="183" name="Google Shape;183;p35"/>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35"/>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85" name="Google Shape;185;p3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3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3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chemeClr val="dk1"/>
        </a:solidFill>
      </p:bgPr>
    </p:bg>
    <p:spTree>
      <p:nvGrpSpPr>
        <p:cNvPr id="188" name="Shape 188"/>
        <p:cNvGrpSpPr/>
        <p:nvPr/>
      </p:nvGrpSpPr>
      <p:grpSpPr>
        <a:xfrm>
          <a:off x="0" y="0"/>
          <a:ext cx="0" cy="0"/>
          <a:chOff x="0" y="0"/>
          <a:chExt cx="0" cy="0"/>
        </a:xfrm>
      </p:grpSpPr>
      <p:sp>
        <p:nvSpPr>
          <p:cNvPr id="189" name="Google Shape;189;p36"/>
          <p:cNvSpPr/>
          <p:nvPr>
            <p:ph idx="2" type="pic"/>
          </p:nvPr>
        </p:nvSpPr>
        <p:spPr>
          <a:xfrm>
            <a:off x="0" y="0"/>
            <a:ext cx="12192000" cy="6858000"/>
          </a:xfrm>
          <a:prstGeom prst="rect">
            <a:avLst/>
          </a:prstGeom>
          <a:noFill/>
          <a:ln>
            <a:noFill/>
          </a:ln>
        </p:spPr>
      </p:sp>
      <p:sp>
        <p:nvSpPr>
          <p:cNvPr descr="Tall office building looking up" id="190" name="Google Shape;190;p36"/>
          <p:cNvSpPr/>
          <p:nvPr/>
        </p:nvSpPr>
        <p:spPr>
          <a:xfrm>
            <a:off x="3718560" y="1181123"/>
            <a:ext cx="4754880" cy="4495754"/>
          </a:xfrm>
          <a:prstGeom prst="rect">
            <a:avLst/>
          </a:prstGeom>
          <a:solidFill>
            <a:schemeClr val="accent5">
              <a:alpha val="40000"/>
            </a:schemeClr>
          </a:solidFill>
          <a:ln cap="flat" cmpd="sng" w="603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91" name="Google Shape;191;p36"/>
          <p:cNvSpPr txBox="1"/>
          <p:nvPr>
            <p:ph idx="1" type="body"/>
          </p:nvPr>
        </p:nvSpPr>
        <p:spPr>
          <a:xfrm>
            <a:off x="4149139" y="4859469"/>
            <a:ext cx="3924934" cy="490538"/>
          </a:xfrm>
          <a:prstGeom prst="rect">
            <a:avLst/>
          </a:prstGeom>
          <a:noFill/>
          <a:ln>
            <a:noFill/>
          </a:ln>
        </p:spPr>
        <p:txBody>
          <a:bodyPr anchorCtr="0" anchor="t" bIns="45700" lIns="91425" spcFirstLastPara="1" rIns="91425" wrap="square" tIns="45700">
            <a:normAutofit/>
          </a:bodyPr>
          <a:lstStyle>
            <a:lvl1pPr indent="-228600" lvl="0" marL="457200" algn="r">
              <a:spcBef>
                <a:spcPts val="1000"/>
              </a:spcBef>
              <a:spcAft>
                <a:spcPts val="0"/>
              </a:spcAft>
              <a:buSzPts val="1920"/>
              <a:buNone/>
              <a:defRPr b="1" sz="2400">
                <a:solidFill>
                  <a:schemeClr val="accent4"/>
                </a:solidFill>
                <a:latin typeface="Calibri"/>
                <a:ea typeface="Calibri"/>
                <a:cs typeface="Calibri"/>
                <a:sym typeface="Calibri"/>
              </a:defRPr>
            </a:lvl1pPr>
            <a:lvl2pPr indent="-228600" lvl="1" marL="914400" algn="l">
              <a:spcBef>
                <a:spcPts val="1000"/>
              </a:spcBef>
              <a:spcAft>
                <a:spcPts val="0"/>
              </a:spcAft>
              <a:buSzPts val="1280"/>
              <a:buNone/>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92" name="Google Shape;192;p36"/>
          <p:cNvSpPr txBox="1"/>
          <p:nvPr>
            <p:ph type="title"/>
          </p:nvPr>
        </p:nvSpPr>
        <p:spPr>
          <a:xfrm>
            <a:off x="4149139" y="1529685"/>
            <a:ext cx="3924934" cy="1695637"/>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Clr>
                <a:schemeClr val="lt1"/>
              </a:buClr>
              <a:buSzPts val="4800"/>
              <a:buFont typeface="Trebuchet MS"/>
              <a:buNone/>
              <a:defRPr b="1" sz="4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5"/>
          <p:cNvGrpSpPr/>
          <p:nvPr/>
        </p:nvGrpSpPr>
        <p:grpSpPr>
          <a:xfrm>
            <a:off x="0" y="-8467"/>
            <a:ext cx="12192000" cy="6866467"/>
            <a:chOff x="0" y="-8467"/>
            <a:chExt cx="12192000" cy="6866467"/>
          </a:xfrm>
        </p:grpSpPr>
        <p:cxnSp>
          <p:nvCxnSpPr>
            <p:cNvPr id="11" name="Google Shape;11;p15"/>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12" name="Google Shape;12;p15"/>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13" name="Google Shape;13;p15"/>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4" name="Google Shape;14;p15"/>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5"/>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5"/>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17" name="Google Shape;17;p15"/>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8" name="Google Shape;18;p15"/>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5"/>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5"/>
            <p:cNvSpPr/>
            <p:nvPr/>
          </p:nvSpPr>
          <p:spPr>
            <a:xfrm>
              <a:off x="0" y="4013200"/>
              <a:ext cx="448733" cy="2844800"/>
            </a:xfrm>
            <a:prstGeom prst="triangle">
              <a:avLst>
                <a:gd fmla="val 0" name="adj"/>
              </a:avLst>
            </a:prstGeom>
            <a:solidFill>
              <a:schemeClr val="accent1">
                <a:alpha val="7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15"/>
          <p:cNvSpPr txBox="1"/>
          <p:nvPr/>
        </p:nvSpPr>
        <p:spPr>
          <a:xfrm>
            <a:off x="660396"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chemeClr val="accent2"/>
                </a:solidFill>
                <a:latin typeface="Trebuchet MS"/>
                <a:ea typeface="Trebuchet MS"/>
                <a:cs typeface="Trebuchet MS"/>
                <a:sym typeface="Trebuchet MS"/>
              </a:rPr>
              <a:t>9/3/2026</a:t>
            </a:r>
            <a:endParaRPr b="0" i="0" sz="1100" u="none" cap="none" strike="noStrike">
              <a:solidFill>
                <a:schemeClr val="accent2"/>
              </a:solidFill>
              <a:latin typeface="Trebuchet MS"/>
              <a:ea typeface="Trebuchet MS"/>
              <a:cs typeface="Trebuchet MS"/>
              <a:sym typeface="Trebuchet MS"/>
            </a:endParaRPr>
          </a:p>
        </p:txBody>
      </p:sp>
      <p:sp>
        <p:nvSpPr>
          <p:cNvPr id="27" name="Google Shape;27;p15"/>
          <p:cNvSpPr txBox="1"/>
          <p:nvPr/>
        </p:nvSpPr>
        <p:spPr>
          <a:xfrm>
            <a:off x="1445526" y="6378906"/>
            <a:ext cx="41148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chemeClr val="accent2"/>
                </a:solidFill>
                <a:latin typeface="Trebuchet MS"/>
                <a:ea typeface="Trebuchet MS"/>
                <a:cs typeface="Trebuchet MS"/>
                <a:sym typeface="Trebuchet MS"/>
              </a:rPr>
              <a:t>Annual Review</a:t>
            </a:r>
            <a:endParaRPr/>
          </a:p>
        </p:txBody>
      </p:sp>
      <p:sp>
        <p:nvSpPr>
          <p:cNvPr id="28" name="Google Shape;28;p15"/>
          <p:cNvSpPr txBox="1"/>
          <p:nvPr/>
        </p:nvSpPr>
        <p:spPr>
          <a:xfrm>
            <a:off x="8805338"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4"/>
                </a:solidFill>
                <a:latin typeface="Trebuchet MS"/>
                <a:ea typeface="Trebuchet MS"/>
                <a:cs typeface="Trebuchet MS"/>
                <a:sym typeface="Trebuchet MS"/>
              </a:rPr>
              <a:t>‹#›</a:t>
            </a:fld>
            <a:endParaRPr b="0" i="0" sz="1100" u="none" cap="none" strike="noStrike">
              <a:solidFill>
                <a:schemeClr val="accent4"/>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jp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g"/><Relationship Id="rId4" Type="http://schemas.openxmlformats.org/officeDocument/2006/relationships/image" Target="../media/image6.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jpg"/><Relationship Id="rId4" Type="http://schemas.openxmlformats.org/officeDocument/2006/relationships/image" Target="../media/image5.png"/><Relationship Id="rId5"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11.png"/><Relationship Id="rId5"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jpg"/><Relationship Id="rId4" Type="http://schemas.openxmlformats.org/officeDocument/2006/relationships/hyperlink" Target="https://github.com/prajwalnandalike/Seasonal-Agriculture-Performance-Analysi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jp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
          <p:cNvSpPr txBox="1"/>
          <p:nvPr>
            <p:ph idx="1" type="body"/>
          </p:nvPr>
        </p:nvSpPr>
        <p:spPr>
          <a:xfrm>
            <a:off x="196602" y="3124188"/>
            <a:ext cx="4448700" cy="861600"/>
          </a:xfrm>
          <a:prstGeom prst="rect">
            <a:avLst/>
          </a:prstGeom>
          <a:noFill/>
          <a:ln>
            <a:noFill/>
          </a:ln>
        </p:spPr>
        <p:txBody>
          <a:bodyPr anchorCtr="0" anchor="t" bIns="45700" lIns="91425" spcFirstLastPara="1" rIns="91425" wrap="square" tIns="45700">
            <a:normAutofit lnSpcReduction="20000"/>
          </a:bodyPr>
          <a:lstStyle/>
          <a:p>
            <a:pPr indent="0" lvl="0" marL="0" rtl="0" algn="r">
              <a:spcBef>
                <a:spcPts val="0"/>
              </a:spcBef>
              <a:spcAft>
                <a:spcPts val="0"/>
              </a:spcAft>
              <a:buSzPts val="1600"/>
              <a:buNone/>
            </a:pPr>
            <a:r>
              <a:rPr b="0" lang="en-US">
                <a:solidFill>
                  <a:schemeClr val="dk1"/>
                </a:solidFill>
              </a:rPr>
              <a:t>Name: Prajwal N P</a:t>
            </a:r>
            <a:endParaRPr b="0">
              <a:solidFill>
                <a:schemeClr val="dk1"/>
              </a:solidFill>
            </a:endParaRPr>
          </a:p>
          <a:p>
            <a:pPr indent="0" lvl="0" marL="0" rtl="0" algn="r">
              <a:spcBef>
                <a:spcPts val="0"/>
              </a:spcBef>
              <a:spcAft>
                <a:spcPts val="0"/>
              </a:spcAft>
              <a:buSzPts val="1600"/>
              <a:buNone/>
            </a:pPr>
            <a:r>
              <a:rPr b="0" lang="en-US">
                <a:solidFill>
                  <a:schemeClr val="dk1"/>
                </a:solidFill>
              </a:rPr>
              <a:t>College: Presidency University</a:t>
            </a:r>
            <a:endParaRPr b="0">
              <a:solidFill>
                <a:schemeClr val="dk1"/>
              </a:solidFill>
            </a:endParaRPr>
          </a:p>
          <a:p>
            <a:pPr indent="0" lvl="0" marL="0" rtl="0" algn="r">
              <a:spcBef>
                <a:spcPts val="0"/>
              </a:spcBef>
              <a:spcAft>
                <a:spcPts val="0"/>
              </a:spcAft>
              <a:buSzPts val="1600"/>
              <a:buNone/>
            </a:pPr>
            <a:r>
              <a:rPr b="0" lang="en-US">
                <a:solidFill>
                  <a:schemeClr val="dk1"/>
                </a:solidFill>
              </a:rPr>
              <a:t>Course: BTech CSE 2nd Year</a:t>
            </a:r>
            <a:endParaRPr b="0">
              <a:solidFill>
                <a:schemeClr val="dk1"/>
              </a:solidFill>
            </a:endParaRPr>
          </a:p>
        </p:txBody>
      </p:sp>
      <p:sp>
        <p:nvSpPr>
          <p:cNvPr id="198" name="Google Shape;198;p1"/>
          <p:cNvSpPr txBox="1"/>
          <p:nvPr>
            <p:ph type="title"/>
          </p:nvPr>
        </p:nvSpPr>
        <p:spPr>
          <a:xfrm>
            <a:off x="675951" y="2525225"/>
            <a:ext cx="7783500" cy="743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800"/>
              <a:buFont typeface="Arial"/>
              <a:buNone/>
            </a:pPr>
            <a:r>
              <a:rPr b="1" lang="en-US" sz="3000"/>
              <a:t>Seasonal Agriculture Performance Analysis</a:t>
            </a:r>
            <a:endParaRPr sz="3000"/>
          </a:p>
        </p:txBody>
      </p:sp>
      <p:sp>
        <p:nvSpPr>
          <p:cNvPr id="199" name="Google Shape;199;p1"/>
          <p:cNvSpPr txBox="1"/>
          <p:nvPr/>
        </p:nvSpPr>
        <p:spPr>
          <a:xfrm>
            <a:off x="6400800" y="2794001"/>
            <a:ext cx="3312160" cy="86149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920"/>
              <a:buFont typeface="Noto Sans Symbols"/>
              <a:buNone/>
            </a:pPr>
            <a:r>
              <a:t/>
            </a:r>
            <a:endParaRPr b="1" i="0" sz="2400" u="none" cap="none" strike="noStrike">
              <a:solidFill>
                <a:schemeClr val="accent4"/>
              </a:solidFill>
              <a:latin typeface="Trebuchet MS"/>
              <a:ea typeface="Trebuchet MS"/>
              <a:cs typeface="Trebuchet MS"/>
              <a:sym typeface="Trebuchet MS"/>
            </a:endParaRPr>
          </a:p>
        </p:txBody>
      </p:sp>
      <p:pic>
        <p:nvPicPr>
          <p:cNvPr id="200" name="Google Shape;200;p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01" name="Google Shape;201;p1"/>
          <p:cNvSpPr txBox="1"/>
          <p:nvPr/>
        </p:nvSpPr>
        <p:spPr>
          <a:xfrm>
            <a:off x="196600" y="4193175"/>
            <a:ext cx="64728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rebuchet MS"/>
                <a:ea typeface="Trebuchet MS"/>
                <a:cs typeface="Trebuchet MS"/>
                <a:sym typeface="Trebuchet MS"/>
              </a:rPr>
              <a:t>STU ID: STU6a1d9f35236261780326197 </a:t>
            </a:r>
            <a:endParaRPr b="1" sz="18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b="1" lang="en-US" sz="1800">
                <a:solidFill>
                  <a:schemeClr val="dk1"/>
                </a:solidFill>
                <a:latin typeface="Trebuchet MS"/>
                <a:ea typeface="Trebuchet MS"/>
                <a:cs typeface="Trebuchet MS"/>
                <a:sym typeface="Trebuchet MS"/>
              </a:rPr>
              <a:t>Internship ID: </a:t>
            </a:r>
            <a:endParaRPr b="1" sz="18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b="1" lang="en-US" sz="1800">
                <a:solidFill>
                  <a:schemeClr val="dk1"/>
                </a:solidFill>
                <a:latin typeface="Trebuchet MS"/>
                <a:ea typeface="Trebuchet MS"/>
                <a:cs typeface="Trebuchet MS"/>
                <a:sym typeface="Trebuchet MS"/>
              </a:rPr>
              <a:t>INTERNSHIP_17830691666a4779eecfe8a </a:t>
            </a:r>
            <a:endParaRPr b="1" sz="1800">
              <a:solidFill>
                <a:schemeClr val="dk1"/>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822"/>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9"/>
                                        </p:tgtEl>
                                        <p:attrNameLst>
                                          <p:attrName>style.visibility</p:attrName>
                                        </p:attrNameLst>
                                      </p:cBhvr>
                                      <p:to>
                                        <p:strVal val="visible"/>
                                      </p:to>
                                    </p:set>
                                    <p:anim calcmode="lin" valueType="num">
                                      <p:cBhvr additive="base">
                                        <p:cTn dur="500"/>
                                        <p:tgtEl>
                                          <p:spTgt spid="199"/>
                                        </p:tgtEl>
                                        <p:attrNameLst>
                                          <p:attrName>ppt_w</p:attrName>
                                        </p:attrNameLst>
                                      </p:cBhvr>
                                      <p:tavLst>
                                        <p:tav fmla="" tm="0">
                                          <p:val>
                                            <p:strVal val="0"/>
                                          </p:val>
                                        </p:tav>
                                        <p:tav fmla="" tm="100000">
                                          <p:val>
                                            <p:strVal val="#ppt_w"/>
                                          </p:val>
                                        </p:tav>
                                      </p:tavLst>
                                    </p:anim>
                                    <p:anim calcmode="lin" valueType="num">
                                      <p:cBhvr additive="base">
                                        <p:cTn dur="500"/>
                                        <p:tgtEl>
                                          <p:spTgt spid="19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500"/>
                                        <p:tgtEl>
                                          <p:spTgt spid="1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 st="1"/>
                                            </p:txEl>
                                          </p:spTgt>
                                        </p:tgtEl>
                                        <p:attrNameLst>
                                          <p:attrName>style.visibility</p:attrName>
                                        </p:attrNameLst>
                                      </p:cBhvr>
                                      <p:to>
                                        <p:strVal val="visible"/>
                                      </p:to>
                                    </p:set>
                                    <p:animEffect filter="fade" transition="in">
                                      <p:cBhvr>
                                        <p:cTn dur="500"/>
                                        <p:tgtEl>
                                          <p:spTgt spid="1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2" st="2"/>
                                            </p:txEl>
                                          </p:spTgt>
                                        </p:tgtEl>
                                        <p:attrNameLst>
                                          <p:attrName>style.visibility</p:attrName>
                                        </p:attrNameLst>
                                      </p:cBhvr>
                                      <p:to>
                                        <p:strVal val="visible"/>
                                      </p:to>
                                    </p:set>
                                    <p:animEffect filter="fade" transition="in">
                                      <p:cBhvr>
                                        <p:cTn dur="500"/>
                                        <p:tgtEl>
                                          <p:spTgt spid="19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
          <p:cNvSpPr txBox="1"/>
          <p:nvPr>
            <p:ph idx="1" type="body"/>
          </p:nvPr>
        </p:nvSpPr>
        <p:spPr>
          <a:xfrm>
            <a:off x="1046480" y="1875556"/>
            <a:ext cx="6431280" cy="3607987"/>
          </a:xfrm>
          <a:prstGeom prst="rect">
            <a:avLst/>
          </a:prstGeom>
          <a:noFill/>
          <a:ln>
            <a:noFill/>
          </a:ln>
        </p:spPr>
        <p:txBody>
          <a:bodyPr anchorCtr="0" anchor="t" bIns="45700" lIns="91425" spcFirstLastPara="1" rIns="91425" wrap="square" tIns="45700">
            <a:normAutofit fontScale="92500" lnSpcReduction="20000"/>
          </a:bodyPr>
          <a:lstStyle/>
          <a:p>
            <a:pPr indent="-372872" lvl="0" marL="342900" rtl="0" algn="l">
              <a:lnSpc>
                <a:spcPct val="150000"/>
              </a:lnSpc>
              <a:spcBef>
                <a:spcPts val="0"/>
              </a:spcBef>
              <a:spcAft>
                <a:spcPts val="0"/>
              </a:spcAft>
              <a:buSzPct val="117895"/>
              <a:buChar char="▪"/>
            </a:pPr>
            <a:r>
              <a:rPr lang="en-US" sz="1900">
                <a:solidFill>
                  <a:schemeClr val="dk1"/>
                </a:solidFill>
                <a:latin typeface="Arial"/>
                <a:ea typeface="Arial"/>
                <a:cs typeface="Arial"/>
                <a:sym typeface="Arial"/>
              </a:rPr>
              <a:t>Agricultural performance can change from season to season due to differences in weather, soil conditions, irrigation, farming practices and resource availability. These changes can affect crop yield, production, profit and water usage.</a:t>
            </a:r>
            <a:br>
              <a:rPr lang="en-US" sz="1900">
                <a:solidFill>
                  <a:schemeClr val="dk1"/>
                </a:solidFill>
                <a:latin typeface="Arial"/>
                <a:ea typeface="Arial"/>
                <a:cs typeface="Arial"/>
                <a:sym typeface="Arial"/>
              </a:rPr>
            </a:br>
            <a:br>
              <a:rPr lang="en-US" sz="1900">
                <a:solidFill>
                  <a:schemeClr val="dk1"/>
                </a:solidFill>
                <a:latin typeface="Arial"/>
                <a:ea typeface="Arial"/>
                <a:cs typeface="Arial"/>
                <a:sym typeface="Arial"/>
              </a:rPr>
            </a:br>
            <a:r>
              <a:rPr lang="en-US" sz="1900">
                <a:solidFill>
                  <a:schemeClr val="dk1"/>
                </a:solidFill>
                <a:latin typeface="Arial"/>
                <a:ea typeface="Arial"/>
                <a:cs typeface="Arial"/>
                <a:sym typeface="Arial"/>
              </a:rPr>
              <a:t>The project analyzes the agricultural dataset to compare seasons, crops and farming conditions, and identify useful patterns and relationships related to agricultural performance and efficient use of resources.</a:t>
            </a:r>
            <a:endParaRPr sz="2800"/>
          </a:p>
        </p:txBody>
      </p:sp>
      <p:sp>
        <p:nvSpPr>
          <p:cNvPr id="207" name="Google Shape;207;p2"/>
          <p:cNvSpPr txBox="1"/>
          <p:nvPr>
            <p:ph type="title"/>
          </p:nvPr>
        </p:nvSpPr>
        <p:spPr>
          <a:xfrm>
            <a:off x="754602" y="550417"/>
            <a:ext cx="6995604" cy="790111"/>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PROBLEM  STATEMENT</a:t>
            </a:r>
            <a:endParaRPr/>
          </a:p>
        </p:txBody>
      </p:sp>
      <p:pic>
        <p:nvPicPr>
          <p:cNvPr id="208" name="Google Shape;208;p2"/>
          <p:cNvPicPr preferRelativeResize="0"/>
          <p:nvPr/>
        </p:nvPicPr>
        <p:blipFill rotWithShape="1">
          <a:blip r:embed="rId3">
            <a:alphaModFix/>
          </a:blip>
          <a:srcRect b="0" l="0" r="0" t="0"/>
          <a:stretch/>
        </p:blipFill>
        <p:spPr>
          <a:xfrm>
            <a:off x="7995684" y="2930834"/>
            <a:ext cx="2760758" cy="3264409"/>
          </a:xfrm>
          <a:prstGeom prst="rect">
            <a:avLst/>
          </a:prstGeom>
          <a:noFill/>
          <a:ln>
            <a:noFill/>
          </a:ln>
        </p:spPr>
      </p:pic>
      <p:pic>
        <p:nvPicPr>
          <p:cNvPr id="209" name="Google Shape;209;p2"/>
          <p:cNvPicPr preferRelativeResize="0"/>
          <p:nvPr/>
        </p:nvPicPr>
        <p:blipFill rotWithShape="1">
          <a:blip r:embed="rId4">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07"/>
                                        </p:tgtEl>
                                        <p:attrNameLst>
                                          <p:attrName>style.visibility</p:attrName>
                                        </p:attrNameLst>
                                      </p:cBhvr>
                                      <p:to>
                                        <p:strVal val="visible"/>
                                      </p:to>
                                    </p:set>
                                    <p:anim calcmode="lin" valueType="num">
                                      <p:cBhvr additive="base">
                                        <p:cTn dur="500"/>
                                        <p:tgtEl>
                                          <p:spTgt spid="207"/>
                                        </p:tgtEl>
                                        <p:attrNameLst>
                                          <p:attrName>ppt_w</p:attrName>
                                        </p:attrNameLst>
                                      </p:cBhvr>
                                      <p:tavLst>
                                        <p:tav fmla="" tm="0">
                                          <p:val>
                                            <p:strVal val="0"/>
                                          </p:val>
                                        </p:tav>
                                        <p:tav fmla="" tm="100000">
                                          <p:val>
                                            <p:strVal val="#ppt_w"/>
                                          </p:val>
                                        </p:tav>
                                      </p:tavLst>
                                    </p:anim>
                                    <p:anim calcmode="lin" valueType="num">
                                      <p:cBhvr additive="base">
                                        <p:cTn dur="500"/>
                                        <p:tgtEl>
                                          <p:spTgt spid="20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animEffect filter="fade" transition="in">
                                      <p:cBhvr>
                                        <p:cTn dur="1000"/>
                                        <p:tgtEl>
                                          <p:spTgt spid="20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13" name="Shape 213"/>
        <p:cNvGrpSpPr/>
        <p:nvPr/>
      </p:nvGrpSpPr>
      <p:grpSpPr>
        <a:xfrm>
          <a:off x="0" y="0"/>
          <a:ext cx="0" cy="0"/>
          <a:chOff x="0" y="0"/>
          <a:chExt cx="0" cy="0"/>
        </a:xfrm>
      </p:grpSpPr>
      <p:sp>
        <p:nvSpPr>
          <p:cNvPr id="214" name="Google Shape;214;p3"/>
          <p:cNvSpPr txBox="1"/>
          <p:nvPr>
            <p:ph type="title"/>
          </p:nvPr>
        </p:nvSpPr>
        <p:spPr>
          <a:xfrm>
            <a:off x="660399" y="805213"/>
            <a:ext cx="6276109" cy="83099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Project Description</a:t>
            </a:r>
            <a:br>
              <a:rPr lang="en-US"/>
            </a:br>
            <a:br>
              <a:rPr lang="en-US"/>
            </a:br>
            <a:endParaRPr/>
          </a:p>
        </p:txBody>
      </p:sp>
      <p:pic>
        <p:nvPicPr>
          <p:cNvPr id="215" name="Google Shape;215;p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pic>
        <p:nvPicPr>
          <p:cNvPr id="216" name="Google Shape;216;p3"/>
          <p:cNvPicPr preferRelativeResize="0"/>
          <p:nvPr/>
        </p:nvPicPr>
        <p:blipFill rotWithShape="1">
          <a:blip r:embed="rId4">
            <a:alphaModFix/>
          </a:blip>
          <a:srcRect b="0" l="0" r="0" t="0"/>
          <a:stretch/>
        </p:blipFill>
        <p:spPr>
          <a:xfrm>
            <a:off x="467359" y="6410461"/>
            <a:ext cx="3706253" cy="296092"/>
          </a:xfrm>
          <a:prstGeom prst="rect">
            <a:avLst/>
          </a:prstGeom>
          <a:noFill/>
          <a:ln>
            <a:noFill/>
          </a:ln>
        </p:spPr>
      </p:pic>
      <p:sp>
        <p:nvSpPr>
          <p:cNvPr id="217" name="Google Shape;217;p3"/>
          <p:cNvSpPr txBox="1"/>
          <p:nvPr/>
        </p:nvSpPr>
        <p:spPr>
          <a:xfrm>
            <a:off x="675950" y="1882350"/>
            <a:ext cx="68514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Font typeface="Arial"/>
              <a:buNone/>
            </a:pPr>
            <a:r>
              <a:rPr lang="en-US" sz="1700">
                <a:solidFill>
                  <a:schemeClr val="dk1"/>
                </a:solidFill>
              </a:rPr>
              <a:t>This project studies seasonal agricultural performance using farm-level data covering locations, crops, environmental conditions, farming practices, production, costs, revenue, profit and resource usage. Python, Pandas, NumPy, Matplotlib and Seaborn are used for data cleaning, statistical analysis and visualization.</a:t>
            </a:r>
            <a:endParaRPr sz="1800">
              <a:solidFill>
                <a:srgbClr val="3F3F3F"/>
              </a:solidFill>
              <a:latin typeface="Trebuchet MS"/>
              <a:ea typeface="Trebuchet MS"/>
              <a:cs typeface="Trebuchet MS"/>
              <a:sym typeface="Trebuchet MS"/>
            </a:endParaRPr>
          </a:p>
        </p:txBody>
      </p:sp>
      <p:sp>
        <p:nvSpPr>
          <p:cNvPr id="218" name="Google Shape;218;p3"/>
          <p:cNvSpPr txBox="1"/>
          <p:nvPr/>
        </p:nvSpPr>
        <p:spPr>
          <a:xfrm>
            <a:off x="660400" y="3907050"/>
            <a:ext cx="8531700" cy="137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Font typeface="Arial"/>
              <a:buNone/>
            </a:pPr>
            <a:r>
              <a:rPr lang="en-US" sz="1500">
                <a:solidFill>
                  <a:srgbClr val="191919"/>
                </a:solidFill>
              </a:rPr>
              <a:t>• Compare yield, production and profit across seasons.</a:t>
            </a:r>
            <a:endParaRPr>
              <a:solidFill>
                <a:schemeClr val="dk1"/>
              </a:solidFill>
            </a:endParaRPr>
          </a:p>
          <a:p>
            <a:pPr indent="0" lvl="0" marL="0" rtl="0" algn="l">
              <a:spcBef>
                <a:spcPts val="700"/>
              </a:spcBef>
              <a:spcAft>
                <a:spcPts val="0"/>
              </a:spcAft>
              <a:buClr>
                <a:schemeClr val="dk1"/>
              </a:buClr>
              <a:buFont typeface="Arial"/>
              <a:buNone/>
            </a:pPr>
            <a:r>
              <a:rPr lang="en-US" sz="1500">
                <a:solidFill>
                  <a:srgbClr val="191919"/>
                </a:solidFill>
              </a:rPr>
              <a:t>• Study crop and irrigation performance.</a:t>
            </a:r>
            <a:endParaRPr>
              <a:solidFill>
                <a:schemeClr val="dk1"/>
              </a:solidFill>
            </a:endParaRPr>
          </a:p>
          <a:p>
            <a:pPr indent="0" lvl="0" marL="0" rtl="0" algn="l">
              <a:spcBef>
                <a:spcPts val="700"/>
              </a:spcBef>
              <a:spcAft>
                <a:spcPts val="0"/>
              </a:spcAft>
              <a:buClr>
                <a:schemeClr val="dk1"/>
              </a:buClr>
              <a:buFont typeface="Arial"/>
              <a:buNone/>
            </a:pPr>
            <a:r>
              <a:rPr lang="en-US" sz="1500">
                <a:solidFill>
                  <a:srgbClr val="191919"/>
                </a:solidFill>
              </a:rPr>
              <a:t>• Examine environmental conditions, resource usage and efficiency.</a:t>
            </a:r>
            <a:endParaRPr>
              <a:solidFill>
                <a:schemeClr val="dk1"/>
              </a:solidFill>
            </a:endParaRPr>
          </a:p>
          <a:p>
            <a:pPr indent="0" lvl="0" marL="0" rtl="0" algn="l">
              <a:spcBef>
                <a:spcPts val="700"/>
              </a:spcBef>
              <a:spcAft>
                <a:spcPts val="0"/>
              </a:spcAft>
              <a:buClr>
                <a:schemeClr val="dk1"/>
              </a:buClr>
              <a:buFont typeface="Arial"/>
              <a:buNone/>
            </a:pPr>
            <a:r>
              <a:rPr lang="en-US" sz="1500">
                <a:solidFill>
                  <a:srgbClr val="191919"/>
                </a:solidFill>
              </a:rPr>
              <a:t>• Identify patterns, differences and unusual values.</a:t>
            </a:r>
            <a:endParaRPr sz="1800">
              <a:solidFill>
                <a:srgbClr val="3F3F3F"/>
              </a:solidFill>
              <a:latin typeface="Trebuchet MS"/>
              <a:ea typeface="Trebuchet MS"/>
              <a:cs typeface="Trebuchet MS"/>
              <a:sym typeface="Trebuchet MS"/>
            </a:endParaRPr>
          </a:p>
        </p:txBody>
      </p:sp>
      <p:sp>
        <p:nvSpPr>
          <p:cNvPr id="219" name="Google Shape;219;p3"/>
          <p:cNvSpPr txBox="1"/>
          <p:nvPr>
            <p:ph type="title"/>
          </p:nvPr>
        </p:nvSpPr>
        <p:spPr>
          <a:xfrm>
            <a:off x="574350" y="3523575"/>
            <a:ext cx="2346300" cy="53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sz="2300"/>
              <a:t>Main Focus</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4"/>
                                        </p:tgtEl>
                                        <p:attrNameLst>
                                          <p:attrName>style.visibility</p:attrName>
                                        </p:attrNameLst>
                                      </p:cBhvr>
                                      <p:to>
                                        <p:strVal val="visible"/>
                                      </p:to>
                                    </p:set>
                                    <p:anim calcmode="lin" valueType="num">
                                      <p:cBhvr additive="base">
                                        <p:cTn dur="500"/>
                                        <p:tgtEl>
                                          <p:spTgt spid="214"/>
                                        </p:tgtEl>
                                        <p:attrNameLst>
                                          <p:attrName>ppt_w</p:attrName>
                                        </p:attrNameLst>
                                      </p:cBhvr>
                                      <p:tavLst>
                                        <p:tav fmla="" tm="0">
                                          <p:val>
                                            <p:strVal val="0"/>
                                          </p:val>
                                        </p:tav>
                                        <p:tav fmla="" tm="100000">
                                          <p:val>
                                            <p:strVal val="#ppt_w"/>
                                          </p:val>
                                        </p:tav>
                                      </p:tavLst>
                                    </p:anim>
                                    <p:anim calcmode="lin" valueType="num">
                                      <p:cBhvr additive="base">
                                        <p:cTn dur="500"/>
                                        <p:tgtEl>
                                          <p:spTgt spid="21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
          <p:cNvSpPr txBox="1"/>
          <p:nvPr>
            <p:ph idx="1" type="body"/>
          </p:nvPr>
        </p:nvSpPr>
        <p:spPr>
          <a:xfrm>
            <a:off x="721350" y="1991350"/>
            <a:ext cx="7473900" cy="2978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Font typeface="Arial"/>
              <a:buNone/>
            </a:pPr>
            <a:r>
              <a:rPr lang="en-US" sz="1900">
                <a:solidFill>
                  <a:srgbClr val="191919"/>
                </a:solidFill>
                <a:latin typeface="Arial"/>
                <a:ea typeface="Arial"/>
                <a:cs typeface="Arial"/>
                <a:sym typeface="Arial"/>
              </a:rPr>
              <a:t>• Agricultural data analysts and researchers – to study seasonal patterns.</a:t>
            </a:r>
            <a:endParaRPr sz="1400">
              <a:solidFill>
                <a:schemeClr val="dk1"/>
              </a:solidFill>
              <a:latin typeface="Arial"/>
              <a:ea typeface="Arial"/>
              <a:cs typeface="Arial"/>
              <a:sym typeface="Arial"/>
            </a:endParaRPr>
          </a:p>
          <a:p>
            <a:pPr indent="0" lvl="0" marL="0" rtl="0" algn="l">
              <a:spcBef>
                <a:spcPts val="700"/>
              </a:spcBef>
              <a:spcAft>
                <a:spcPts val="0"/>
              </a:spcAft>
              <a:buClr>
                <a:schemeClr val="dk1"/>
              </a:buClr>
              <a:buFont typeface="Arial"/>
              <a:buNone/>
            </a:pPr>
            <a:r>
              <a:rPr lang="en-US" sz="1900">
                <a:solidFill>
                  <a:srgbClr val="191919"/>
                </a:solidFill>
                <a:latin typeface="Arial"/>
                <a:ea typeface="Arial"/>
                <a:cs typeface="Arial"/>
                <a:sym typeface="Arial"/>
              </a:rPr>
              <a:t>• Farm and resource planners – to compare yield, water usage and economic performance.</a:t>
            </a:r>
            <a:endParaRPr sz="1400">
              <a:solidFill>
                <a:schemeClr val="dk1"/>
              </a:solidFill>
              <a:latin typeface="Arial"/>
              <a:ea typeface="Arial"/>
              <a:cs typeface="Arial"/>
              <a:sym typeface="Arial"/>
            </a:endParaRPr>
          </a:p>
          <a:p>
            <a:pPr indent="0" lvl="0" marL="0" rtl="0" algn="l">
              <a:spcBef>
                <a:spcPts val="700"/>
              </a:spcBef>
              <a:spcAft>
                <a:spcPts val="0"/>
              </a:spcAft>
              <a:buClr>
                <a:schemeClr val="dk1"/>
              </a:buClr>
              <a:buFont typeface="Arial"/>
              <a:buNone/>
            </a:pPr>
            <a:r>
              <a:rPr lang="en-US" sz="1900">
                <a:solidFill>
                  <a:srgbClr val="191919"/>
                </a:solidFill>
                <a:latin typeface="Arial"/>
                <a:ea typeface="Arial"/>
                <a:cs typeface="Arial"/>
                <a:sym typeface="Arial"/>
              </a:rPr>
              <a:t>• Agriculture-related decision makers – to support evidence-based planning.</a:t>
            </a:r>
            <a:endParaRPr sz="1400">
              <a:solidFill>
                <a:schemeClr val="dk1"/>
              </a:solidFill>
              <a:latin typeface="Arial"/>
              <a:ea typeface="Arial"/>
              <a:cs typeface="Arial"/>
              <a:sym typeface="Arial"/>
            </a:endParaRPr>
          </a:p>
          <a:p>
            <a:pPr indent="0" lvl="0" marL="0" rtl="0" algn="l">
              <a:spcBef>
                <a:spcPts val="700"/>
              </a:spcBef>
              <a:spcAft>
                <a:spcPts val="0"/>
              </a:spcAft>
              <a:buClr>
                <a:schemeClr val="dk1"/>
              </a:buClr>
              <a:buFont typeface="Arial"/>
              <a:buNone/>
            </a:pPr>
            <a:r>
              <a:rPr lang="en-US" sz="1900">
                <a:solidFill>
                  <a:srgbClr val="191919"/>
                </a:solidFill>
                <a:latin typeface="Arial"/>
                <a:ea typeface="Arial"/>
                <a:cs typeface="Arial"/>
                <a:sym typeface="Arial"/>
              </a:rPr>
              <a:t>• Students and mentors – as an example of a complete data analytics workflow.</a:t>
            </a:r>
            <a:endParaRPr sz="3600"/>
          </a:p>
        </p:txBody>
      </p:sp>
      <p:sp>
        <p:nvSpPr>
          <p:cNvPr id="225" name="Google Shape;225;p4"/>
          <p:cNvSpPr txBox="1"/>
          <p:nvPr>
            <p:ph type="title"/>
          </p:nvPr>
        </p:nvSpPr>
        <p:spPr>
          <a:xfrm>
            <a:off x="620008" y="876617"/>
            <a:ext cx="10046070" cy="80264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Font typeface="Trebuchet MS"/>
              <a:buNone/>
            </a:pPr>
            <a:r>
              <a:rPr lang="en-US" sz="3200"/>
              <a:t>WHO ARE THE END USERS?</a:t>
            </a:r>
            <a:endParaRPr sz="2000"/>
          </a:p>
        </p:txBody>
      </p:sp>
      <p:pic>
        <p:nvPicPr>
          <p:cNvPr id="226" name="Google Shape;226;p4"/>
          <p:cNvPicPr preferRelativeResize="0"/>
          <p:nvPr/>
        </p:nvPicPr>
        <p:blipFill rotWithShape="1">
          <a:blip r:embed="rId3">
            <a:alphaModFix/>
          </a:blip>
          <a:srcRect b="0" l="0" r="0" t="0"/>
          <a:stretch/>
        </p:blipFill>
        <p:spPr>
          <a:xfrm>
            <a:off x="721359" y="6176804"/>
            <a:ext cx="2181225" cy="48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5"/>
                                        </p:tgtEl>
                                        <p:attrNameLst>
                                          <p:attrName>style.visibility</p:attrName>
                                        </p:attrNameLst>
                                      </p:cBhvr>
                                      <p:to>
                                        <p:strVal val="visible"/>
                                      </p:to>
                                    </p:set>
                                    <p:anim calcmode="lin" valueType="num">
                                      <p:cBhvr additive="base">
                                        <p:cTn dur="500"/>
                                        <p:tgtEl>
                                          <p:spTgt spid="225"/>
                                        </p:tgtEl>
                                        <p:attrNameLst>
                                          <p:attrName>ppt_w</p:attrName>
                                        </p:attrNameLst>
                                      </p:cBhvr>
                                      <p:tavLst>
                                        <p:tav fmla="" tm="0">
                                          <p:val>
                                            <p:strVal val="0"/>
                                          </p:val>
                                        </p:tav>
                                        <p:tav fmla="" tm="100000">
                                          <p:val>
                                            <p:strVal val="#ppt_w"/>
                                          </p:val>
                                        </p:tav>
                                      </p:tavLst>
                                    </p:anim>
                                    <p:anim calcmode="lin" valueType="num">
                                      <p:cBhvr additive="base">
                                        <p:cTn dur="500"/>
                                        <p:tgtEl>
                                          <p:spTgt spid="22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animEffect filter="fade" transition="in">
                                      <p:cBhvr>
                                        <p:cTn dur="1000"/>
                                        <p:tgtEl>
                                          <p:spTgt spid="2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animEffect filter="fade" transition="in">
                                      <p:cBhvr>
                                        <p:cTn dur="1000"/>
                                        <p:tgtEl>
                                          <p:spTgt spid="2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animEffect filter="fade" transition="in">
                                      <p:cBhvr>
                                        <p:cTn dur="1000"/>
                                        <p:tgtEl>
                                          <p:spTgt spid="2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animEffect filter="fade" transition="in">
                                      <p:cBhvr>
                                        <p:cTn dur="1000"/>
                                        <p:tgtEl>
                                          <p:spTgt spid="22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31" name="Shape 231"/>
        <p:cNvGrpSpPr/>
        <p:nvPr/>
      </p:nvGrpSpPr>
      <p:grpSpPr>
        <a:xfrm>
          <a:off x="0" y="0"/>
          <a:ext cx="0" cy="0"/>
          <a:chOff x="0" y="0"/>
          <a:chExt cx="0" cy="0"/>
        </a:xfrm>
      </p:grpSpPr>
      <p:pic>
        <p:nvPicPr>
          <p:cNvPr id="232" name="Google Shape;232;p5"/>
          <p:cNvPicPr preferRelativeResize="0"/>
          <p:nvPr/>
        </p:nvPicPr>
        <p:blipFill rotWithShape="1">
          <a:blip r:embed="rId3">
            <a:alphaModFix/>
          </a:blip>
          <a:srcRect b="0" l="0" r="0" t="0"/>
          <a:stretch/>
        </p:blipFill>
        <p:spPr>
          <a:xfrm>
            <a:off x="467359" y="6410461"/>
            <a:ext cx="3706253" cy="296092"/>
          </a:xfrm>
          <a:prstGeom prst="rect">
            <a:avLst/>
          </a:prstGeom>
          <a:noFill/>
          <a:ln>
            <a:noFill/>
          </a:ln>
        </p:spPr>
      </p:pic>
      <p:pic>
        <p:nvPicPr>
          <p:cNvPr id="233" name="Google Shape;233;p5"/>
          <p:cNvPicPr preferRelativeResize="0"/>
          <p:nvPr/>
        </p:nvPicPr>
        <p:blipFill rotWithShape="1">
          <a:blip r:embed="rId4">
            <a:alphaModFix/>
          </a:blip>
          <a:srcRect b="0" l="0" r="0" t="0"/>
          <a:stretch/>
        </p:blipFill>
        <p:spPr>
          <a:xfrm flipH="1">
            <a:off x="50800" y="3820160"/>
            <a:ext cx="1727200" cy="3010024"/>
          </a:xfrm>
          <a:prstGeom prst="rect">
            <a:avLst/>
          </a:prstGeom>
          <a:noFill/>
          <a:ln>
            <a:noFill/>
          </a:ln>
        </p:spPr>
      </p:pic>
      <p:sp>
        <p:nvSpPr>
          <p:cNvPr id="234" name="Google Shape;234;p5"/>
          <p:cNvSpPr txBox="1"/>
          <p:nvPr>
            <p:ph idx="1" type="body"/>
          </p:nvPr>
        </p:nvSpPr>
        <p:spPr>
          <a:xfrm>
            <a:off x="467350" y="1894613"/>
            <a:ext cx="4842000" cy="847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Font typeface="Arial"/>
              <a:buNone/>
            </a:pPr>
            <a:r>
              <a:rPr lang="en-US" sz="1700">
                <a:solidFill>
                  <a:srgbClr val="191919"/>
                </a:solidFill>
                <a:latin typeface="Arial"/>
                <a:ea typeface="Arial"/>
                <a:cs typeface="Arial"/>
                <a:sym typeface="Arial"/>
              </a:rPr>
              <a:t>• Python – analysis and workflow</a:t>
            </a:r>
            <a:endParaRPr sz="1400">
              <a:solidFill>
                <a:schemeClr val="dk1"/>
              </a:solidFill>
              <a:latin typeface="Arial"/>
              <a:ea typeface="Arial"/>
              <a:cs typeface="Arial"/>
              <a:sym typeface="Arial"/>
            </a:endParaRPr>
          </a:p>
          <a:p>
            <a:pPr indent="0" lvl="0" marL="0" rtl="0" algn="l">
              <a:lnSpc>
                <a:spcPct val="100000"/>
              </a:lnSpc>
              <a:spcBef>
                <a:spcPts val="700"/>
              </a:spcBef>
              <a:spcAft>
                <a:spcPts val="0"/>
              </a:spcAft>
              <a:buClr>
                <a:schemeClr val="dk1"/>
              </a:buClr>
              <a:buFont typeface="Arial"/>
              <a:buNone/>
            </a:pPr>
            <a:r>
              <a:rPr lang="en-US" sz="1700">
                <a:solidFill>
                  <a:srgbClr val="191919"/>
                </a:solidFill>
                <a:latin typeface="Arial"/>
                <a:ea typeface="Arial"/>
                <a:cs typeface="Arial"/>
                <a:sym typeface="Arial"/>
              </a:rPr>
              <a:t>• Google Colab / Jupyter Notebook – execution</a:t>
            </a:r>
            <a:endParaRPr/>
          </a:p>
        </p:txBody>
      </p:sp>
      <p:sp>
        <p:nvSpPr>
          <p:cNvPr id="235" name="Google Shape;235;p5"/>
          <p:cNvSpPr txBox="1"/>
          <p:nvPr>
            <p:ph type="title"/>
          </p:nvPr>
        </p:nvSpPr>
        <p:spPr>
          <a:xfrm>
            <a:off x="660399" y="430567"/>
            <a:ext cx="5306291" cy="84781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Technology Used</a:t>
            </a:r>
            <a:endParaRPr/>
          </a:p>
        </p:txBody>
      </p:sp>
      <p:sp>
        <p:nvSpPr>
          <p:cNvPr id="236" name="Google Shape;236;p5"/>
          <p:cNvSpPr txBox="1"/>
          <p:nvPr>
            <p:ph type="title"/>
          </p:nvPr>
        </p:nvSpPr>
        <p:spPr>
          <a:xfrm>
            <a:off x="5309350" y="1425125"/>
            <a:ext cx="1457400" cy="536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sz="2400"/>
              <a:t>Libraries</a:t>
            </a:r>
            <a:endParaRPr sz="2400"/>
          </a:p>
        </p:txBody>
      </p:sp>
      <p:sp>
        <p:nvSpPr>
          <p:cNvPr id="237" name="Google Shape;237;p5"/>
          <p:cNvSpPr txBox="1"/>
          <p:nvPr>
            <p:ph type="title"/>
          </p:nvPr>
        </p:nvSpPr>
        <p:spPr>
          <a:xfrm>
            <a:off x="467350" y="1425113"/>
            <a:ext cx="2079600" cy="604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sz="2400"/>
              <a:t>Programming</a:t>
            </a:r>
            <a:endParaRPr sz="2400"/>
          </a:p>
        </p:txBody>
      </p:sp>
      <p:sp>
        <p:nvSpPr>
          <p:cNvPr id="238" name="Google Shape;238;p5"/>
          <p:cNvSpPr txBox="1"/>
          <p:nvPr>
            <p:ph type="title"/>
          </p:nvPr>
        </p:nvSpPr>
        <p:spPr>
          <a:xfrm>
            <a:off x="1932275" y="3820150"/>
            <a:ext cx="2900400" cy="536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sz="2400"/>
              <a:t>Analytical Methods</a:t>
            </a:r>
            <a:endParaRPr sz="2400"/>
          </a:p>
        </p:txBody>
      </p:sp>
      <p:sp>
        <p:nvSpPr>
          <p:cNvPr id="239" name="Google Shape;239;p5"/>
          <p:cNvSpPr txBox="1"/>
          <p:nvPr/>
        </p:nvSpPr>
        <p:spPr>
          <a:xfrm>
            <a:off x="5230525" y="1878588"/>
            <a:ext cx="3563400" cy="15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Font typeface="Arial"/>
              <a:buNone/>
            </a:pPr>
            <a:r>
              <a:rPr lang="en-US" sz="1700">
                <a:solidFill>
                  <a:srgbClr val="191919"/>
                </a:solidFill>
              </a:rPr>
              <a:t>• Pandas – data handling</a:t>
            </a:r>
            <a:endParaRPr>
              <a:solidFill>
                <a:schemeClr val="dk1"/>
              </a:solidFill>
            </a:endParaRPr>
          </a:p>
          <a:p>
            <a:pPr indent="0" lvl="0" marL="0" rtl="0" algn="l">
              <a:spcBef>
                <a:spcPts val="700"/>
              </a:spcBef>
              <a:spcAft>
                <a:spcPts val="0"/>
              </a:spcAft>
              <a:buClr>
                <a:schemeClr val="dk1"/>
              </a:buClr>
              <a:buFont typeface="Arial"/>
              <a:buNone/>
            </a:pPr>
            <a:r>
              <a:rPr lang="en-US" sz="1700">
                <a:solidFill>
                  <a:srgbClr val="191919"/>
                </a:solidFill>
              </a:rPr>
              <a:t>• NumPy – numerical operations</a:t>
            </a:r>
            <a:endParaRPr>
              <a:solidFill>
                <a:schemeClr val="dk1"/>
              </a:solidFill>
            </a:endParaRPr>
          </a:p>
          <a:p>
            <a:pPr indent="0" lvl="0" marL="0" rtl="0" algn="l">
              <a:spcBef>
                <a:spcPts val="700"/>
              </a:spcBef>
              <a:spcAft>
                <a:spcPts val="0"/>
              </a:spcAft>
              <a:buClr>
                <a:schemeClr val="dk1"/>
              </a:buClr>
              <a:buFont typeface="Arial"/>
              <a:buNone/>
            </a:pPr>
            <a:r>
              <a:rPr lang="en-US" sz="1700">
                <a:solidFill>
                  <a:srgbClr val="191919"/>
                </a:solidFill>
              </a:rPr>
              <a:t>• Matplotlib – plotting</a:t>
            </a:r>
            <a:endParaRPr>
              <a:solidFill>
                <a:schemeClr val="dk1"/>
              </a:solidFill>
            </a:endParaRPr>
          </a:p>
          <a:p>
            <a:pPr indent="0" lvl="0" marL="0" rtl="0" algn="l">
              <a:spcBef>
                <a:spcPts val="700"/>
              </a:spcBef>
              <a:spcAft>
                <a:spcPts val="0"/>
              </a:spcAft>
              <a:buClr>
                <a:schemeClr val="dk1"/>
              </a:buClr>
              <a:buFont typeface="Arial"/>
              <a:buNone/>
            </a:pPr>
            <a:r>
              <a:rPr lang="en-US" sz="1700">
                <a:solidFill>
                  <a:srgbClr val="191919"/>
                </a:solidFill>
              </a:rPr>
              <a:t>• Seaborn – statistical visualization</a:t>
            </a:r>
            <a:endParaRPr sz="1800">
              <a:solidFill>
                <a:srgbClr val="3F3F3F"/>
              </a:solidFill>
              <a:latin typeface="Trebuchet MS"/>
              <a:ea typeface="Trebuchet MS"/>
              <a:cs typeface="Trebuchet MS"/>
              <a:sym typeface="Trebuchet MS"/>
            </a:endParaRPr>
          </a:p>
        </p:txBody>
      </p:sp>
      <p:sp>
        <p:nvSpPr>
          <p:cNvPr id="240" name="Google Shape;240;p5"/>
          <p:cNvSpPr txBox="1"/>
          <p:nvPr/>
        </p:nvSpPr>
        <p:spPr>
          <a:xfrm>
            <a:off x="1932275" y="4291525"/>
            <a:ext cx="70062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Font typeface="Arial"/>
              <a:buNone/>
            </a:pPr>
            <a:r>
              <a:rPr lang="en-US" sz="1700">
                <a:solidFill>
                  <a:srgbClr val="191919"/>
                </a:solidFill>
              </a:rPr>
              <a:t>• Data quality checks, descriptive statistics, univariate/bivariate/multivariate analysis, outlier analysis and seasonal comparison.</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5"/>
                                        </p:tgtEl>
                                        <p:attrNameLst>
                                          <p:attrName>style.visibility</p:attrName>
                                        </p:attrNameLst>
                                      </p:cBhvr>
                                      <p:to>
                                        <p:strVal val="visible"/>
                                      </p:to>
                                    </p:set>
                                    <p:anim calcmode="lin" valueType="num">
                                      <p:cBhvr additive="base">
                                        <p:cTn dur="500"/>
                                        <p:tgtEl>
                                          <p:spTgt spid="235"/>
                                        </p:tgtEl>
                                        <p:attrNameLst>
                                          <p:attrName>ppt_w</p:attrName>
                                        </p:attrNameLst>
                                      </p:cBhvr>
                                      <p:tavLst>
                                        <p:tav fmla="" tm="0">
                                          <p:val>
                                            <p:strVal val="0"/>
                                          </p:val>
                                        </p:tav>
                                        <p:tav fmla="" tm="100000">
                                          <p:val>
                                            <p:strVal val="#ppt_w"/>
                                          </p:val>
                                        </p:tav>
                                      </p:tavLst>
                                    </p:anim>
                                    <p:anim calcmode="lin" valueType="num">
                                      <p:cBhvr additive="base">
                                        <p:cTn dur="500"/>
                                        <p:tgtEl>
                                          <p:spTgt spid="23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xEl>
                                              <p:pRg end="0" st="0"/>
                                            </p:txEl>
                                          </p:spTgt>
                                        </p:tgtEl>
                                        <p:attrNameLst>
                                          <p:attrName>style.visibility</p:attrName>
                                        </p:attrNameLst>
                                      </p:cBhvr>
                                      <p:to>
                                        <p:strVal val="visible"/>
                                      </p:to>
                                    </p:set>
                                    <p:animEffect filter="fade" transition="in">
                                      <p:cBhvr>
                                        <p:cTn dur="1000"/>
                                        <p:tgtEl>
                                          <p:spTgt spid="2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xEl>
                                              <p:pRg end="1" st="1"/>
                                            </p:txEl>
                                          </p:spTgt>
                                        </p:tgtEl>
                                        <p:attrNameLst>
                                          <p:attrName>style.visibility</p:attrName>
                                        </p:attrNameLst>
                                      </p:cBhvr>
                                      <p:to>
                                        <p:strVal val="visible"/>
                                      </p:to>
                                    </p:set>
                                    <p:animEffect filter="fade" transition="in">
                                      <p:cBhvr>
                                        <p:cTn dur="1000"/>
                                        <p:tgtEl>
                                          <p:spTgt spid="234">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6"/>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46" name="Google Shape;246;p6"/>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47" name="Google Shape;247;p6"/>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48" name="Google Shape;248;p6"/>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249" name="Google Shape;249;p6"/>
          <p:cNvPicPr preferRelativeResize="0"/>
          <p:nvPr/>
        </p:nvPicPr>
        <p:blipFill>
          <a:blip r:embed="rId4">
            <a:alphaModFix/>
          </a:blip>
          <a:stretch>
            <a:fillRect/>
          </a:stretch>
        </p:blipFill>
        <p:spPr>
          <a:xfrm>
            <a:off x="675950" y="1201575"/>
            <a:ext cx="8793024" cy="3609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6"/>
                                        </p:tgtEl>
                                        <p:attrNameLst>
                                          <p:attrName>style.visibility</p:attrName>
                                        </p:attrNameLst>
                                      </p:cBhvr>
                                      <p:to>
                                        <p:strVal val="visible"/>
                                      </p:to>
                                    </p:set>
                                    <p:anim calcmode="lin" valueType="num">
                                      <p:cBhvr additive="base">
                                        <p:cTn dur="500"/>
                                        <p:tgtEl>
                                          <p:spTgt spid="246"/>
                                        </p:tgtEl>
                                        <p:attrNameLst>
                                          <p:attrName>ppt_w</p:attrName>
                                        </p:attrNameLst>
                                      </p:cBhvr>
                                      <p:tavLst>
                                        <p:tav fmla="" tm="0">
                                          <p:val>
                                            <p:strVal val="0"/>
                                          </p:val>
                                        </p:tav>
                                        <p:tav fmla="" tm="100000">
                                          <p:val>
                                            <p:strVal val="#ppt_w"/>
                                          </p:val>
                                        </p:tav>
                                      </p:tavLst>
                                    </p:anim>
                                    <p:anim calcmode="lin" valueType="num">
                                      <p:cBhvr additive="base">
                                        <p:cTn dur="500"/>
                                        <p:tgtEl>
                                          <p:spTgt spid="24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1000"/>
                                        <p:tgtEl>
                                          <p:spTgt spid="2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10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id="254" name="Google Shape;254;p7"/>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55" name="Google Shape;255;p7"/>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56" name="Google Shape;256;p7"/>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57" name="Google Shape;257;p7"/>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258" name="Google Shape;258;p7"/>
          <p:cNvPicPr preferRelativeResize="0"/>
          <p:nvPr/>
        </p:nvPicPr>
        <p:blipFill>
          <a:blip r:embed="rId4">
            <a:alphaModFix/>
          </a:blip>
          <a:stretch>
            <a:fillRect/>
          </a:stretch>
        </p:blipFill>
        <p:spPr>
          <a:xfrm>
            <a:off x="882974" y="1201575"/>
            <a:ext cx="8195581" cy="5008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5"/>
                                        </p:tgtEl>
                                        <p:attrNameLst>
                                          <p:attrName>style.visibility</p:attrName>
                                        </p:attrNameLst>
                                      </p:cBhvr>
                                      <p:to>
                                        <p:strVal val="visible"/>
                                      </p:to>
                                    </p:set>
                                    <p:anim calcmode="lin" valueType="num">
                                      <p:cBhvr additive="base">
                                        <p:cTn dur="500"/>
                                        <p:tgtEl>
                                          <p:spTgt spid="255"/>
                                        </p:tgtEl>
                                        <p:attrNameLst>
                                          <p:attrName>ppt_w</p:attrName>
                                        </p:attrNameLst>
                                      </p:cBhvr>
                                      <p:tavLst>
                                        <p:tav fmla="" tm="0">
                                          <p:val>
                                            <p:strVal val="0"/>
                                          </p:val>
                                        </p:tav>
                                        <p:tav fmla="" tm="100000">
                                          <p:val>
                                            <p:strVal val="#ppt_w"/>
                                          </p:val>
                                        </p:tav>
                                      </p:tavLst>
                                    </p:anim>
                                    <p:anim calcmode="lin" valueType="num">
                                      <p:cBhvr additive="base">
                                        <p:cTn dur="500"/>
                                        <p:tgtEl>
                                          <p:spTgt spid="25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1000"/>
                                        <p:tgtEl>
                                          <p:spTgt spid="2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1000"/>
                                        <p:tgtEl>
                                          <p:spTgt spid="2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id="263" name="Google Shape;263;p8"/>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64" name="Google Shape;264;p8"/>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65" name="Google Shape;265;p8"/>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66" name="Google Shape;266;p8"/>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267" name="Google Shape;267;p8"/>
          <p:cNvPicPr preferRelativeResize="0"/>
          <p:nvPr/>
        </p:nvPicPr>
        <p:blipFill>
          <a:blip r:embed="rId4">
            <a:alphaModFix/>
          </a:blip>
          <a:stretch>
            <a:fillRect/>
          </a:stretch>
        </p:blipFill>
        <p:spPr>
          <a:xfrm>
            <a:off x="764475" y="1201575"/>
            <a:ext cx="4808899" cy="4045974"/>
          </a:xfrm>
          <a:prstGeom prst="rect">
            <a:avLst/>
          </a:prstGeom>
          <a:noFill/>
          <a:ln>
            <a:noFill/>
          </a:ln>
        </p:spPr>
      </p:pic>
      <p:pic>
        <p:nvPicPr>
          <p:cNvPr id="268" name="Google Shape;268;p8"/>
          <p:cNvPicPr preferRelativeResize="0"/>
          <p:nvPr/>
        </p:nvPicPr>
        <p:blipFill>
          <a:blip r:embed="rId5">
            <a:alphaModFix/>
          </a:blip>
          <a:stretch>
            <a:fillRect/>
          </a:stretch>
        </p:blipFill>
        <p:spPr>
          <a:xfrm>
            <a:off x="5741350" y="1195013"/>
            <a:ext cx="4808901" cy="40591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4"/>
                                        </p:tgtEl>
                                        <p:attrNameLst>
                                          <p:attrName>style.visibility</p:attrName>
                                        </p:attrNameLst>
                                      </p:cBhvr>
                                      <p:to>
                                        <p:strVal val="visible"/>
                                      </p:to>
                                    </p:set>
                                    <p:anim calcmode="lin" valueType="num">
                                      <p:cBhvr additive="base">
                                        <p:cTn dur="500"/>
                                        <p:tgtEl>
                                          <p:spTgt spid="264"/>
                                        </p:tgtEl>
                                        <p:attrNameLst>
                                          <p:attrName>ppt_w</p:attrName>
                                        </p:attrNameLst>
                                      </p:cBhvr>
                                      <p:tavLst>
                                        <p:tav fmla="" tm="0">
                                          <p:val>
                                            <p:strVal val="0"/>
                                          </p:val>
                                        </p:tav>
                                        <p:tav fmla="" tm="100000">
                                          <p:val>
                                            <p:strVal val="#ppt_w"/>
                                          </p:val>
                                        </p:tav>
                                      </p:tavLst>
                                    </p:anim>
                                    <p:anim calcmode="lin" valueType="num">
                                      <p:cBhvr additive="base">
                                        <p:cTn dur="500"/>
                                        <p:tgtEl>
                                          <p:spTgt spid="26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000"/>
                                        <p:tgtEl>
                                          <p:spTgt spid="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1000"/>
                                        <p:tgtEl>
                                          <p:spTgt spid="2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id="273" name="Google Shape;273;p9"/>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74" name="Google Shape;274;p9"/>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75" name="Google Shape;275;p9"/>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76" name="Google Shape;276;p9"/>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277" name="Google Shape;277;p9"/>
          <p:cNvPicPr preferRelativeResize="0"/>
          <p:nvPr/>
        </p:nvPicPr>
        <p:blipFill>
          <a:blip r:embed="rId4">
            <a:alphaModFix/>
          </a:blip>
          <a:stretch>
            <a:fillRect/>
          </a:stretch>
        </p:blipFill>
        <p:spPr>
          <a:xfrm>
            <a:off x="647700" y="1201576"/>
            <a:ext cx="4955300" cy="5347124"/>
          </a:xfrm>
          <a:prstGeom prst="rect">
            <a:avLst/>
          </a:prstGeom>
          <a:noFill/>
          <a:ln>
            <a:noFill/>
          </a:ln>
        </p:spPr>
      </p:pic>
      <p:pic>
        <p:nvPicPr>
          <p:cNvPr id="278" name="Google Shape;278;p9"/>
          <p:cNvPicPr preferRelativeResize="0"/>
          <p:nvPr/>
        </p:nvPicPr>
        <p:blipFill>
          <a:blip r:embed="rId5">
            <a:alphaModFix/>
          </a:blip>
          <a:stretch>
            <a:fillRect/>
          </a:stretch>
        </p:blipFill>
        <p:spPr>
          <a:xfrm>
            <a:off x="5844275" y="1201574"/>
            <a:ext cx="5056194" cy="46117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4"/>
                                        </p:tgtEl>
                                        <p:attrNameLst>
                                          <p:attrName>style.visibility</p:attrName>
                                        </p:attrNameLst>
                                      </p:cBhvr>
                                      <p:to>
                                        <p:strVal val="visible"/>
                                      </p:to>
                                    </p:set>
                                    <p:anim calcmode="lin" valueType="num">
                                      <p:cBhvr additive="base">
                                        <p:cTn dur="500"/>
                                        <p:tgtEl>
                                          <p:spTgt spid="274"/>
                                        </p:tgtEl>
                                        <p:attrNameLst>
                                          <p:attrName>ppt_w</p:attrName>
                                        </p:attrNameLst>
                                      </p:cBhvr>
                                      <p:tavLst>
                                        <p:tav fmla="" tm="0">
                                          <p:val>
                                            <p:strVal val="0"/>
                                          </p:val>
                                        </p:tav>
                                        <p:tav fmla="" tm="100000">
                                          <p:val>
                                            <p:strVal val="#ppt_w"/>
                                          </p:val>
                                        </p:tav>
                                      </p:tavLst>
                                    </p:anim>
                                    <p:anim calcmode="lin" valueType="num">
                                      <p:cBhvr additive="base">
                                        <p:cTn dur="500"/>
                                        <p:tgtEl>
                                          <p:spTgt spid="27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1000"/>
                                        <p:tgtEl>
                                          <p:spTgt spid="2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1000"/>
                                        <p:tgtEl>
                                          <p:spTgt spid="2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10"/>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84" name="Google Shape;284;p10"/>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85" name="Google Shape;285;p10"/>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86" name="Google Shape;286;p10"/>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287" name="Google Shape;287;p10"/>
          <p:cNvPicPr preferRelativeResize="0"/>
          <p:nvPr/>
        </p:nvPicPr>
        <p:blipFill>
          <a:blip r:embed="rId4">
            <a:alphaModFix/>
          </a:blip>
          <a:stretch>
            <a:fillRect/>
          </a:stretch>
        </p:blipFill>
        <p:spPr>
          <a:xfrm>
            <a:off x="675950" y="1201575"/>
            <a:ext cx="5328474" cy="4864651"/>
          </a:xfrm>
          <a:prstGeom prst="rect">
            <a:avLst/>
          </a:prstGeom>
          <a:noFill/>
          <a:ln>
            <a:noFill/>
          </a:ln>
        </p:spPr>
      </p:pic>
      <p:pic>
        <p:nvPicPr>
          <p:cNvPr id="288" name="Google Shape;288;p10"/>
          <p:cNvPicPr preferRelativeResize="0"/>
          <p:nvPr/>
        </p:nvPicPr>
        <p:blipFill>
          <a:blip r:embed="rId5">
            <a:alphaModFix/>
          </a:blip>
          <a:stretch>
            <a:fillRect/>
          </a:stretch>
        </p:blipFill>
        <p:spPr>
          <a:xfrm>
            <a:off x="6096000" y="1201575"/>
            <a:ext cx="4720874" cy="37614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4"/>
                                        </p:tgtEl>
                                        <p:attrNameLst>
                                          <p:attrName>style.visibility</p:attrName>
                                        </p:attrNameLst>
                                      </p:cBhvr>
                                      <p:to>
                                        <p:strVal val="visible"/>
                                      </p:to>
                                    </p:set>
                                    <p:anim calcmode="lin" valueType="num">
                                      <p:cBhvr additive="base">
                                        <p:cTn dur="500"/>
                                        <p:tgtEl>
                                          <p:spTgt spid="284"/>
                                        </p:tgtEl>
                                        <p:attrNameLst>
                                          <p:attrName>ppt_w</p:attrName>
                                        </p:attrNameLst>
                                      </p:cBhvr>
                                      <p:tavLst>
                                        <p:tav fmla="" tm="0">
                                          <p:val>
                                            <p:strVal val="0"/>
                                          </p:val>
                                        </p:tav>
                                        <p:tav fmla="" tm="100000">
                                          <p:val>
                                            <p:strVal val="#ppt_w"/>
                                          </p:val>
                                        </p:tav>
                                      </p:tavLst>
                                    </p:anim>
                                    <p:anim calcmode="lin" valueType="num">
                                      <p:cBhvr additive="base">
                                        <p:cTn dur="500"/>
                                        <p:tgtEl>
                                          <p:spTgt spid="28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1000"/>
                                        <p:tgtEl>
                                          <p:spTgt spid="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1000"/>
                                        <p:tgtEl>
                                          <p:spTgt spid="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id="293" name="Google Shape;293;g3fb2fe43ffa_0_2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94" name="Google Shape;294;g3fb2fe43ffa_0_21"/>
          <p:cNvSpPr txBox="1"/>
          <p:nvPr>
            <p:ph type="title"/>
          </p:nvPr>
        </p:nvSpPr>
        <p:spPr>
          <a:xfrm>
            <a:off x="675957" y="370589"/>
            <a:ext cx="29817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95" name="Google Shape;295;g3fb2fe43ffa_0_21"/>
          <p:cNvSpPr txBox="1"/>
          <p:nvPr/>
        </p:nvSpPr>
        <p:spPr>
          <a:xfrm>
            <a:off x="320982"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96" name="Google Shape;296;g3fb2fe43ffa_0_21"/>
          <p:cNvSpPr txBox="1"/>
          <p:nvPr/>
        </p:nvSpPr>
        <p:spPr>
          <a:xfrm>
            <a:off x="4345694"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97" name="Google Shape;297;g3fb2fe43ffa_0_21"/>
          <p:cNvSpPr txBox="1"/>
          <p:nvPr/>
        </p:nvSpPr>
        <p:spPr>
          <a:xfrm>
            <a:off x="675950" y="1282050"/>
            <a:ext cx="6822900" cy="392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Font typeface="Arial"/>
              <a:buNone/>
            </a:pPr>
            <a:r>
              <a:rPr lang="en-US" sz="1600">
                <a:solidFill>
                  <a:srgbClr val="191919"/>
                </a:solidFill>
              </a:rPr>
              <a:t>• Seasonal performance differs in yield, production, profit and water usage.</a:t>
            </a:r>
            <a:endParaRPr>
              <a:solidFill>
                <a:schemeClr val="dk1"/>
              </a:solidFill>
            </a:endParaRPr>
          </a:p>
          <a:p>
            <a:pPr indent="0" lvl="0" marL="0" rtl="0" algn="l">
              <a:spcBef>
                <a:spcPts val="700"/>
              </a:spcBef>
              <a:spcAft>
                <a:spcPts val="0"/>
              </a:spcAft>
              <a:buClr>
                <a:schemeClr val="dk1"/>
              </a:buClr>
              <a:buFont typeface="Arial"/>
              <a:buNone/>
            </a:pPr>
            <a:r>
              <a:rPr lang="en-US" sz="1600">
                <a:solidFill>
                  <a:srgbClr val="191919"/>
                </a:solidFill>
              </a:rPr>
              <a:t>• Crop-season combinations show different performance levels.</a:t>
            </a:r>
            <a:endParaRPr>
              <a:solidFill>
                <a:schemeClr val="dk1"/>
              </a:solidFill>
            </a:endParaRPr>
          </a:p>
          <a:p>
            <a:pPr indent="0" lvl="0" marL="0" rtl="0" algn="l">
              <a:spcBef>
                <a:spcPts val="700"/>
              </a:spcBef>
              <a:spcAft>
                <a:spcPts val="0"/>
              </a:spcAft>
              <a:buClr>
                <a:schemeClr val="dk1"/>
              </a:buClr>
              <a:buFont typeface="Arial"/>
              <a:buNone/>
            </a:pPr>
            <a:r>
              <a:rPr lang="en-US" sz="1600">
                <a:solidFill>
                  <a:srgbClr val="191919"/>
                </a:solidFill>
              </a:rPr>
              <a:t>• Rainfall is associated with differences in yield, but the analysis does not establish causation.</a:t>
            </a:r>
            <a:endParaRPr>
              <a:solidFill>
                <a:schemeClr val="dk1"/>
              </a:solidFill>
            </a:endParaRPr>
          </a:p>
          <a:p>
            <a:pPr indent="0" lvl="0" marL="0" rtl="0" algn="l">
              <a:spcBef>
                <a:spcPts val="700"/>
              </a:spcBef>
              <a:spcAft>
                <a:spcPts val="0"/>
              </a:spcAft>
              <a:buClr>
                <a:schemeClr val="dk1"/>
              </a:buClr>
              <a:buFont typeface="Arial"/>
              <a:buNone/>
            </a:pPr>
            <a:r>
              <a:rPr lang="en-US" sz="1600">
                <a:solidFill>
                  <a:srgbClr val="191919"/>
                </a:solidFill>
              </a:rPr>
              <a:t>• Farm area is positively related to total production, but not necessarily to yield per hectare.</a:t>
            </a:r>
            <a:endParaRPr>
              <a:solidFill>
                <a:schemeClr val="dk1"/>
              </a:solidFill>
            </a:endParaRPr>
          </a:p>
          <a:p>
            <a:pPr indent="0" lvl="0" marL="0" rtl="0" algn="l">
              <a:spcBef>
                <a:spcPts val="700"/>
              </a:spcBef>
              <a:spcAft>
                <a:spcPts val="0"/>
              </a:spcAft>
              <a:buClr>
                <a:schemeClr val="dk1"/>
              </a:buClr>
              <a:buFont typeface="Arial"/>
              <a:buNone/>
            </a:pPr>
            <a:r>
              <a:rPr lang="en-US" sz="1600">
                <a:solidFill>
                  <a:srgbClr val="191919"/>
                </a:solidFill>
              </a:rPr>
              <a:t>• Irrigation methods show differences in average yield and water efficiency.</a:t>
            </a:r>
            <a:endParaRPr>
              <a:solidFill>
                <a:schemeClr val="dk1"/>
              </a:solidFill>
            </a:endParaRPr>
          </a:p>
          <a:p>
            <a:pPr indent="0" lvl="0" marL="0" rtl="0" algn="l">
              <a:spcBef>
                <a:spcPts val="700"/>
              </a:spcBef>
              <a:spcAft>
                <a:spcPts val="0"/>
              </a:spcAft>
              <a:buClr>
                <a:schemeClr val="dk1"/>
              </a:buClr>
              <a:buFont typeface="Arial"/>
              <a:buNone/>
            </a:pPr>
            <a:r>
              <a:rPr lang="en-US" sz="1600">
                <a:solidFill>
                  <a:srgbClr val="191919"/>
                </a:solidFill>
              </a:rPr>
              <a:t>• Environmental and farming variables show substantial variation across the dataset.</a:t>
            </a:r>
            <a:endParaRPr>
              <a:solidFill>
                <a:schemeClr val="dk1"/>
              </a:solidFill>
            </a:endParaRPr>
          </a:p>
          <a:p>
            <a:pPr indent="0" lvl="0" marL="0" rtl="0" algn="l">
              <a:spcBef>
                <a:spcPts val="700"/>
              </a:spcBef>
              <a:spcAft>
                <a:spcPts val="0"/>
              </a:spcAft>
              <a:buClr>
                <a:schemeClr val="dk1"/>
              </a:buClr>
              <a:buFont typeface="Arial"/>
              <a:buNone/>
            </a:pPr>
            <a:r>
              <a:rPr lang="en-US" sz="1600">
                <a:solidFill>
                  <a:srgbClr val="191919"/>
                </a:solidFill>
              </a:rPr>
              <a:t>• Findings should be interpreted as associations and considered alongside other factors.</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4"/>
                                        </p:tgtEl>
                                        <p:attrNameLst>
                                          <p:attrName>style.visibility</p:attrName>
                                        </p:attrNameLst>
                                      </p:cBhvr>
                                      <p:to>
                                        <p:strVal val="visible"/>
                                      </p:to>
                                    </p:set>
                                    <p:anim calcmode="lin" valueType="num">
                                      <p:cBhvr additive="base">
                                        <p:cTn dur="500"/>
                                        <p:tgtEl>
                                          <p:spTgt spid="294"/>
                                        </p:tgtEl>
                                        <p:attrNameLst>
                                          <p:attrName>ppt_w</p:attrName>
                                        </p:attrNameLst>
                                      </p:cBhvr>
                                      <p:tavLst>
                                        <p:tav fmla="" tm="0">
                                          <p:val>
                                            <p:strVal val="0"/>
                                          </p:val>
                                        </p:tav>
                                        <p:tav fmla="" tm="100000">
                                          <p:val>
                                            <p:strVal val="#ppt_w"/>
                                          </p:val>
                                        </p:tav>
                                      </p:tavLst>
                                    </p:anim>
                                    <p:anim calcmode="lin" valueType="num">
                                      <p:cBhvr additive="base">
                                        <p:cTn dur="500"/>
                                        <p:tgtEl>
                                          <p:spTgt spid="29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1000"/>
                                        <p:tgtEl>
                                          <p:spTgt spid="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1000"/>
                                        <p:tgtEl>
                                          <p:spTgt spid="2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1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03" name="Google Shape;303;p11"/>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000"/>
              <a:t>Future scope</a:t>
            </a:r>
            <a:endParaRPr/>
          </a:p>
        </p:txBody>
      </p:sp>
      <p:sp>
        <p:nvSpPr>
          <p:cNvPr id="304" name="Google Shape;304;p11"/>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05" name="Google Shape;305;p11"/>
          <p:cNvSpPr txBox="1"/>
          <p:nvPr/>
        </p:nvSpPr>
        <p:spPr>
          <a:xfrm>
            <a:off x="675950" y="1275375"/>
            <a:ext cx="7267500" cy="368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Font typeface="Arial"/>
              <a:buNone/>
            </a:pPr>
            <a:r>
              <a:rPr lang="en-US" sz="1800">
                <a:solidFill>
                  <a:srgbClr val="191919"/>
                </a:solidFill>
              </a:rPr>
              <a:t>• Add multi-year and more detailed regional data to study long-term seasonal trends.</a:t>
            </a:r>
            <a:endParaRPr>
              <a:solidFill>
                <a:schemeClr val="dk1"/>
              </a:solidFill>
            </a:endParaRPr>
          </a:p>
          <a:p>
            <a:pPr indent="0" lvl="0" marL="0" rtl="0" algn="l">
              <a:spcBef>
                <a:spcPts val="700"/>
              </a:spcBef>
              <a:spcAft>
                <a:spcPts val="0"/>
              </a:spcAft>
              <a:buClr>
                <a:schemeClr val="dk1"/>
              </a:buClr>
              <a:buFont typeface="Arial"/>
              <a:buNone/>
            </a:pPr>
            <a:r>
              <a:rPr lang="en-US" sz="1800">
                <a:solidFill>
                  <a:srgbClr val="191919"/>
                </a:solidFill>
              </a:rPr>
              <a:t>• Combine external weather and soil datasets for deeper environmental analysis.</a:t>
            </a:r>
            <a:endParaRPr>
              <a:solidFill>
                <a:schemeClr val="dk1"/>
              </a:solidFill>
            </a:endParaRPr>
          </a:p>
          <a:p>
            <a:pPr indent="0" lvl="0" marL="0" rtl="0" algn="l">
              <a:spcBef>
                <a:spcPts val="700"/>
              </a:spcBef>
              <a:spcAft>
                <a:spcPts val="0"/>
              </a:spcAft>
              <a:buClr>
                <a:schemeClr val="dk1"/>
              </a:buClr>
              <a:buFont typeface="Arial"/>
              <a:buNone/>
            </a:pPr>
            <a:r>
              <a:rPr lang="en-US" sz="1800">
                <a:solidFill>
                  <a:srgbClr val="191919"/>
                </a:solidFill>
              </a:rPr>
              <a:t>• Investigate crop-season combinations at a finer regional level.</a:t>
            </a:r>
            <a:endParaRPr>
              <a:solidFill>
                <a:schemeClr val="dk1"/>
              </a:solidFill>
            </a:endParaRPr>
          </a:p>
          <a:p>
            <a:pPr indent="0" lvl="0" marL="0" rtl="0" algn="l">
              <a:spcBef>
                <a:spcPts val="700"/>
              </a:spcBef>
              <a:spcAft>
                <a:spcPts val="0"/>
              </a:spcAft>
              <a:buClr>
                <a:schemeClr val="dk1"/>
              </a:buClr>
              <a:buFont typeface="Arial"/>
              <a:buNone/>
            </a:pPr>
            <a:r>
              <a:rPr lang="en-US" sz="1800">
                <a:solidFill>
                  <a:srgbClr val="191919"/>
                </a:solidFill>
              </a:rPr>
              <a:t>• Extend the analysis with advanced statistical or predictive methods as a separate future study.</a:t>
            </a:r>
            <a:endParaRPr>
              <a:solidFill>
                <a:schemeClr val="dk1"/>
              </a:solidFill>
            </a:endParaRPr>
          </a:p>
          <a:p>
            <a:pPr indent="0" lvl="0" marL="0" rtl="0" algn="l">
              <a:spcBef>
                <a:spcPts val="700"/>
              </a:spcBef>
              <a:spcAft>
                <a:spcPts val="0"/>
              </a:spcAft>
              <a:buClr>
                <a:schemeClr val="dk1"/>
              </a:buClr>
              <a:buFont typeface="Arial"/>
              <a:buNone/>
            </a:pPr>
            <a:r>
              <a:rPr lang="en-US" sz="1800">
                <a:solidFill>
                  <a:srgbClr val="191919"/>
                </a:solidFill>
              </a:rPr>
              <a:t>• Develop an interactive dashboard later if a decision-support interface is required.</a:t>
            </a:r>
            <a:endParaRPr>
              <a:solidFill>
                <a:schemeClr val="dk1"/>
              </a:solidFill>
            </a:endParaRPr>
          </a:p>
          <a:p>
            <a:pPr indent="0" lvl="0" marL="0" rtl="0" algn="l">
              <a:spcBef>
                <a:spcPts val="700"/>
              </a:spcBef>
              <a:spcAft>
                <a:spcPts val="0"/>
              </a:spcAft>
              <a:buClr>
                <a:schemeClr val="dk1"/>
              </a:buClr>
              <a:buFont typeface="Arial"/>
              <a:buNone/>
            </a:pPr>
            <a:r>
              <a:rPr lang="en-US" sz="1800">
                <a:solidFill>
                  <a:srgbClr val="191919"/>
                </a:solidFill>
              </a:rPr>
              <a:t>• Validate the observed relationships using additional real-world agricultural data.</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03"/>
                                        </p:tgtEl>
                                        <p:attrNameLst>
                                          <p:attrName>style.visibility</p:attrName>
                                        </p:attrNameLst>
                                      </p:cBhvr>
                                      <p:to>
                                        <p:strVal val="visible"/>
                                      </p:to>
                                    </p:set>
                                    <p:anim calcmode="lin" valueType="num">
                                      <p:cBhvr additive="base">
                                        <p:cTn dur="500"/>
                                        <p:tgtEl>
                                          <p:spTgt spid="303"/>
                                        </p:tgtEl>
                                        <p:attrNameLst>
                                          <p:attrName>ppt_w</p:attrName>
                                        </p:attrNameLst>
                                      </p:cBhvr>
                                      <p:tavLst>
                                        <p:tav fmla="" tm="0">
                                          <p:val>
                                            <p:strVal val="0"/>
                                          </p:val>
                                        </p:tav>
                                        <p:tav fmla="" tm="100000">
                                          <p:val>
                                            <p:strVal val="#ppt_w"/>
                                          </p:val>
                                        </p:tav>
                                      </p:tavLst>
                                    </p:anim>
                                    <p:anim calcmode="lin" valueType="num">
                                      <p:cBhvr additive="base">
                                        <p:cTn dur="500"/>
                                        <p:tgtEl>
                                          <p:spTgt spid="30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1000"/>
                                        <p:tgtEl>
                                          <p:spTgt spid="3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p12"/>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11" name="Google Shape;311;p12"/>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000"/>
              <a:t>GitHub Link</a:t>
            </a:r>
            <a:endParaRPr/>
          </a:p>
        </p:txBody>
      </p:sp>
      <p:sp>
        <p:nvSpPr>
          <p:cNvPr id="312" name="Google Shape;312;p12"/>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13" name="Google Shape;313;p12"/>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14" name="Google Shape;314;p12"/>
          <p:cNvSpPr txBox="1"/>
          <p:nvPr/>
        </p:nvSpPr>
        <p:spPr>
          <a:xfrm>
            <a:off x="647700" y="2015250"/>
            <a:ext cx="853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rgbClr val="3F3F3F"/>
                </a:solidFill>
                <a:latin typeface="Trebuchet MS"/>
                <a:ea typeface="Trebuchet MS"/>
                <a:cs typeface="Trebuchet MS"/>
                <a:sym typeface="Trebuchet MS"/>
              </a:rPr>
              <a:t>Seasonal Agriculture Performance Analysis – Project Repository</a:t>
            </a:r>
            <a:endParaRPr sz="1800">
              <a:solidFill>
                <a:srgbClr val="3F3F3F"/>
              </a:solidFill>
              <a:latin typeface="Trebuchet MS"/>
              <a:ea typeface="Trebuchet MS"/>
              <a:cs typeface="Trebuchet MS"/>
              <a:sym typeface="Trebuchet MS"/>
            </a:endParaRPr>
          </a:p>
        </p:txBody>
      </p:sp>
      <p:sp>
        <p:nvSpPr>
          <p:cNvPr id="315" name="Google Shape;315;p12"/>
          <p:cNvSpPr txBox="1"/>
          <p:nvPr/>
        </p:nvSpPr>
        <p:spPr>
          <a:xfrm>
            <a:off x="729250" y="3035075"/>
            <a:ext cx="7717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Font typeface="Arial"/>
              <a:buNone/>
            </a:pPr>
            <a:r>
              <a:rPr lang="en-US" sz="1600" u="sng">
                <a:solidFill>
                  <a:srgbClr val="0066AA"/>
                </a:solidFill>
                <a:hlinkClick r:id="rId4">
                  <a:extLst>
                    <a:ext uri="{A12FA001-AC4F-418D-AE19-62706E023703}">
                      <ahyp:hlinkClr val="tx"/>
                    </a:ext>
                  </a:extLst>
                </a:hlinkClick>
              </a:rPr>
              <a:t>https://github.com/prajwalnandalike/Seasonal-Agriculture-Performance-Analysis</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11"/>
                                        </p:tgtEl>
                                        <p:attrNameLst>
                                          <p:attrName>style.visibility</p:attrName>
                                        </p:attrNameLst>
                                      </p:cBhvr>
                                      <p:to>
                                        <p:strVal val="visible"/>
                                      </p:to>
                                    </p:set>
                                    <p:anim calcmode="lin" valueType="num">
                                      <p:cBhvr additive="base">
                                        <p:cTn dur="500"/>
                                        <p:tgtEl>
                                          <p:spTgt spid="311"/>
                                        </p:tgtEl>
                                        <p:attrNameLst>
                                          <p:attrName>ppt_w</p:attrName>
                                        </p:attrNameLst>
                                      </p:cBhvr>
                                      <p:tavLst>
                                        <p:tav fmla="" tm="0">
                                          <p:val>
                                            <p:strVal val="0"/>
                                          </p:val>
                                        </p:tav>
                                        <p:tav fmla="" tm="100000">
                                          <p:val>
                                            <p:strVal val="#ppt_w"/>
                                          </p:val>
                                        </p:tav>
                                      </p:tavLst>
                                    </p:anim>
                                    <p:anim calcmode="lin" valueType="num">
                                      <p:cBhvr additive="base">
                                        <p:cTn dur="500"/>
                                        <p:tgtEl>
                                          <p:spTgt spid="31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1000"/>
                                        <p:tgtEl>
                                          <p:spTgt spid="3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1000"/>
                                        <p:tgtEl>
                                          <p:spTgt spid="3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p1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21" name="Google Shape;321;p13"/>
          <p:cNvSpPr txBox="1"/>
          <p:nvPr>
            <p:ph type="title"/>
          </p:nvPr>
        </p:nvSpPr>
        <p:spPr>
          <a:xfrm>
            <a:off x="675957" y="370589"/>
            <a:ext cx="8351388" cy="884658"/>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sz="3200"/>
              <a:t>VOIS Course completion certificate - </a:t>
            </a:r>
            <a:br>
              <a:rPr lang="en-US" sz="3200"/>
            </a:br>
            <a:r>
              <a:rPr lang="en-US" sz="3200"/>
              <a:t>Course name- Data Visualization </a:t>
            </a:r>
            <a:endParaRPr/>
          </a:p>
        </p:txBody>
      </p:sp>
      <p:sp>
        <p:nvSpPr>
          <p:cNvPr id="322" name="Google Shape;322;p13"/>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23" name="Google Shape;323;p13"/>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324" name="Google Shape;324;p13"/>
          <p:cNvPicPr preferRelativeResize="0"/>
          <p:nvPr/>
        </p:nvPicPr>
        <p:blipFill>
          <a:blip r:embed="rId4">
            <a:alphaModFix/>
          </a:blip>
          <a:stretch>
            <a:fillRect/>
          </a:stretch>
        </p:blipFill>
        <p:spPr>
          <a:xfrm>
            <a:off x="1223999" y="1397675"/>
            <a:ext cx="7453193" cy="52672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1"/>
                                        </p:tgtEl>
                                        <p:attrNameLst>
                                          <p:attrName>style.visibility</p:attrName>
                                        </p:attrNameLst>
                                      </p:cBhvr>
                                      <p:to>
                                        <p:strVal val="visible"/>
                                      </p:to>
                                    </p:set>
                                    <p:anim calcmode="lin" valueType="num">
                                      <p:cBhvr additive="base">
                                        <p:cTn dur="500"/>
                                        <p:tgtEl>
                                          <p:spTgt spid="321"/>
                                        </p:tgtEl>
                                        <p:attrNameLst>
                                          <p:attrName>ppt_w</p:attrName>
                                        </p:attrNameLst>
                                      </p:cBhvr>
                                      <p:tavLst>
                                        <p:tav fmla="" tm="0">
                                          <p:val>
                                            <p:strVal val="0"/>
                                          </p:val>
                                        </p:tav>
                                        <p:tav fmla="" tm="100000">
                                          <p:val>
                                            <p:strVal val="#ppt_w"/>
                                          </p:val>
                                        </p:tav>
                                      </p:tavLst>
                                    </p:anim>
                                    <p:anim calcmode="lin" valueType="num">
                                      <p:cBhvr additive="base">
                                        <p:cTn dur="500"/>
                                        <p:tgtEl>
                                          <p:spTgt spid="32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1000"/>
                                        <p:tgtEl>
                                          <p:spTgt spid="3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1000"/>
                                        <p:tgtEl>
                                          <p:spTgt spid="3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4"/>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rebuchet MS"/>
              <a:buNone/>
            </a:pPr>
            <a:r>
              <a:rPr b="1" lang="en-US" sz="4800">
                <a:solidFill>
                  <a:schemeClr val="dk1"/>
                </a:solidFill>
              </a:rPr>
              <a:t>Thank you</a:t>
            </a:r>
            <a:endParaRPr/>
          </a:p>
        </p:txBody>
      </p:sp>
      <p:sp>
        <p:nvSpPr>
          <p:cNvPr id="330" name="Google Shape;330;p14"/>
          <p:cNvSpPr txBox="1"/>
          <p:nvPr>
            <p:ph idx="8" type="body"/>
          </p:nvPr>
        </p:nvSpPr>
        <p:spPr>
          <a:xfrm>
            <a:off x="3727865" y="4641925"/>
            <a:ext cx="2139695" cy="1108635"/>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1280"/>
              <a:buNone/>
            </a:pPr>
            <a:r>
              <a:rPr lang="en-US"/>
              <a:t>.</a:t>
            </a:r>
            <a:endParaRPr/>
          </a:p>
        </p:txBody>
      </p:sp>
      <p:sp>
        <p:nvSpPr>
          <p:cNvPr id="331" name="Google Shape;331;p14"/>
          <p:cNvSpPr txBox="1"/>
          <p:nvPr/>
        </p:nvSpPr>
        <p:spPr>
          <a:xfrm>
            <a:off x="878337" y="4134780"/>
            <a:ext cx="2596574" cy="453919"/>
          </a:xfrm>
          <a:prstGeom prst="rect">
            <a:avLst/>
          </a:prstGeom>
          <a:noFill/>
          <a:ln>
            <a:noFill/>
          </a:ln>
        </p:spPr>
        <p:txBody>
          <a:bodyPr anchorCtr="0" anchor="t" bIns="45700" lIns="91425" spcFirstLastPara="1" rIns="91425" wrap="square" tIns="45700">
            <a:normAutofit lnSpcReduction="10000"/>
          </a:bodyPr>
          <a:lstStyle/>
          <a:p>
            <a:pPr indent="0" lvl="0" marL="0" marR="0" rtl="0" algn="ctr">
              <a:spcBef>
                <a:spcPts val="0"/>
              </a:spcBef>
              <a:spcAft>
                <a:spcPts val="0"/>
              </a:spcAft>
              <a:buClr>
                <a:schemeClr val="accent1"/>
              </a:buClr>
              <a:buSzPts val="1920"/>
              <a:buFont typeface="Noto Sans Symbols"/>
              <a:buNone/>
            </a:pPr>
            <a:r>
              <a:t/>
            </a:r>
            <a:endParaRPr b="1" sz="2400">
              <a:solidFill>
                <a:schemeClr val="accent4"/>
              </a:solidFill>
              <a:latin typeface="Trebuchet MS"/>
              <a:ea typeface="Trebuchet MS"/>
              <a:cs typeface="Trebuchet MS"/>
              <a:sym typeface="Trebuchet MS"/>
            </a:endParaRPr>
          </a:p>
        </p:txBody>
      </p:sp>
      <p:sp>
        <p:nvSpPr>
          <p:cNvPr id="332" name="Google Shape;332;p14"/>
          <p:cNvSpPr txBox="1"/>
          <p:nvPr/>
        </p:nvSpPr>
        <p:spPr>
          <a:xfrm>
            <a:off x="5353508" y="3962573"/>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sz="2200">
              <a:solidFill>
                <a:schemeClr val="accent4"/>
              </a:solidFill>
              <a:latin typeface="Trebuchet MS"/>
              <a:ea typeface="Trebuchet MS"/>
              <a:cs typeface="Trebuchet MS"/>
              <a:sym typeface="Trebuchet MS"/>
            </a:endParaRPr>
          </a:p>
        </p:txBody>
      </p:sp>
      <p:sp>
        <p:nvSpPr>
          <p:cNvPr id="333" name="Google Shape;333;p14"/>
          <p:cNvSpPr txBox="1"/>
          <p:nvPr/>
        </p:nvSpPr>
        <p:spPr>
          <a:xfrm>
            <a:off x="7789163" y="3962572"/>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sz="2200">
              <a:solidFill>
                <a:schemeClr val="accent4"/>
              </a:solidFill>
              <a:latin typeface="Trebuchet MS"/>
              <a:ea typeface="Trebuchet MS"/>
              <a:cs typeface="Trebuchet MS"/>
              <a:sym typeface="Trebuchet MS"/>
            </a:endParaRPr>
          </a:p>
        </p:txBody>
      </p:sp>
      <p:sp>
        <p:nvSpPr>
          <p:cNvPr id="334" name="Google Shape;334;p14"/>
          <p:cNvSpPr txBox="1"/>
          <p:nvPr/>
        </p:nvSpPr>
        <p:spPr>
          <a:xfrm>
            <a:off x="6096000"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t/>
            </a:r>
            <a:endParaRPr sz="1600">
              <a:solidFill>
                <a:schemeClr val="dk1"/>
              </a:solidFill>
              <a:latin typeface="Trebuchet MS"/>
              <a:ea typeface="Trebuchet MS"/>
              <a:cs typeface="Trebuchet MS"/>
              <a:sym typeface="Trebuchet MS"/>
            </a:endParaRPr>
          </a:p>
        </p:txBody>
      </p:sp>
      <p:sp>
        <p:nvSpPr>
          <p:cNvPr id="335" name="Google Shape;335;p14"/>
          <p:cNvSpPr txBox="1"/>
          <p:nvPr/>
        </p:nvSpPr>
        <p:spPr>
          <a:xfrm>
            <a:off x="8591363"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rPr lang="en-US" sz="1600">
                <a:solidFill>
                  <a:schemeClr val="dk1"/>
                </a:solidFill>
                <a:latin typeface="Trebuchet MS"/>
                <a:ea typeface="Trebuchet MS"/>
                <a:cs typeface="Trebuchet MS"/>
                <a:sym typeface="Trebuchet MS"/>
              </a:rPr>
              <a:t>.</a:t>
            </a:r>
            <a:endParaRPr/>
          </a:p>
        </p:txBody>
      </p:sp>
      <p:pic>
        <p:nvPicPr>
          <p:cNvPr id="336" name="Google Shape;336;p14"/>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37" name="Google Shape;337;p14"/>
          <p:cNvSpPr txBox="1"/>
          <p:nvPr/>
        </p:nvSpPr>
        <p:spPr>
          <a:xfrm>
            <a:off x="1203800" y="2094800"/>
            <a:ext cx="8531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rgbClr val="3F3F3F"/>
                </a:solidFill>
                <a:latin typeface="Trebuchet MS"/>
                <a:ea typeface="Trebuchet MS"/>
                <a:cs typeface="Trebuchet MS"/>
                <a:sym typeface="Trebuchet MS"/>
              </a:rPr>
              <a:t>Name: Prajwal N P</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None/>
            </a:pPr>
            <a:r>
              <a:rPr lang="en-US" sz="1800">
                <a:solidFill>
                  <a:srgbClr val="3F3F3F"/>
                </a:solidFill>
                <a:latin typeface="Trebuchet MS"/>
                <a:ea typeface="Trebuchet MS"/>
                <a:cs typeface="Trebuchet MS"/>
                <a:sym typeface="Trebuchet MS"/>
              </a:rPr>
              <a:t>College: Presidency University</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None/>
            </a:pPr>
            <a:r>
              <a:rPr lang="en-US" sz="1800">
                <a:solidFill>
                  <a:srgbClr val="3F3F3F"/>
                </a:solidFill>
                <a:latin typeface="Trebuchet MS"/>
                <a:ea typeface="Trebuchet MS"/>
                <a:cs typeface="Trebuchet MS"/>
                <a:sym typeface="Trebuchet MS"/>
              </a:rPr>
              <a:t>STU ID: STU6a1d9f35236261780326197 </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None/>
            </a:pPr>
            <a:r>
              <a:rPr lang="en-US" sz="1800">
                <a:solidFill>
                  <a:srgbClr val="3F3F3F"/>
                </a:solidFill>
                <a:latin typeface="Trebuchet MS"/>
                <a:ea typeface="Trebuchet MS"/>
                <a:cs typeface="Trebuchet MS"/>
                <a:sym typeface="Trebuchet MS"/>
              </a:rPr>
              <a:t>Internship ID: INTERNSHIP_17830691666a4779eecfe8a</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9"/>
                                        </p:tgtEl>
                                        <p:attrNameLst>
                                          <p:attrName>style.visibility</p:attrName>
                                        </p:attrNameLst>
                                      </p:cBhvr>
                                      <p:to>
                                        <p:strVal val="visible"/>
                                      </p:to>
                                    </p:set>
                                    <p:anim calcmode="lin" valueType="num">
                                      <p:cBhvr additive="base">
                                        <p:cTn dur="500"/>
                                        <p:tgtEl>
                                          <p:spTgt spid="329"/>
                                        </p:tgtEl>
                                        <p:attrNameLst>
                                          <p:attrName>ppt_w</p:attrName>
                                        </p:attrNameLst>
                                      </p:cBhvr>
                                      <p:tavLst>
                                        <p:tav fmla="" tm="0">
                                          <p:val>
                                            <p:strVal val="0"/>
                                          </p:val>
                                        </p:tav>
                                        <p:tav fmla="" tm="100000">
                                          <p:val>
                                            <p:strVal val="#ppt_w"/>
                                          </p:val>
                                        </p:tav>
                                      </p:tavLst>
                                    </p:anim>
                                    <p:anim calcmode="lin" valueType="num">
                                      <p:cBhvr additive="base">
                                        <p:cTn dur="500"/>
                                        <p:tgtEl>
                                          <p:spTgt spid="32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500"/>
                                        <p:tgtEl>
                                          <p:spTgt spid="3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0" st="0"/>
                                            </p:txEl>
                                          </p:spTgt>
                                        </p:tgtEl>
                                        <p:attrNameLst>
                                          <p:attrName>style.visibility</p:attrName>
                                        </p:attrNameLst>
                                      </p:cBhvr>
                                      <p:to>
                                        <p:strVal val="visible"/>
                                      </p:to>
                                    </p:set>
                                    <p:animEffect filter="fade" transition="in">
                                      <p:cBhvr>
                                        <p:cTn dur="500"/>
                                        <p:tgtEl>
                                          <p:spTgt spid="3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500"/>
                                        <p:tgtEl>
                                          <p:spTgt spid="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500"/>
                                        <p:tgtEl>
                                          <p:spTgt spid="3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500"/>
                                        <p:tgtEl>
                                          <p:spTgt spid="3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500"/>
                                        <p:tgtEl>
                                          <p:spTgt spid="3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2021-07-11T13:13:15Z</dcterms:created>
  <dc:creator>Venkataswamy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